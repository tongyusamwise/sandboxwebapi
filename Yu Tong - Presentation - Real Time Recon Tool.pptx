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93" r:id="rId1"/>
  </p:sldMasterIdLst>
  <p:handoutMasterIdLst>
    <p:handoutMasterId r:id="rId15"/>
  </p:handoutMasterIdLst>
  <p:sldIdLst>
    <p:sldId id="256" r:id="rId2"/>
    <p:sldId id="257" r:id="rId3"/>
    <p:sldId id="258" r:id="rId4"/>
    <p:sldId id="271" r:id="rId5"/>
    <p:sldId id="272" r:id="rId6"/>
    <p:sldId id="260" r:id="rId7"/>
    <p:sldId id="265" r:id="rId8"/>
    <p:sldId id="262" r:id="rId9"/>
    <p:sldId id="264" r:id="rId10"/>
    <p:sldId id="263" r:id="rId11"/>
    <p:sldId id="270" r:id="rId12"/>
    <p:sldId id="269" r:id="rId13"/>
    <p:sldId id="267" r:id="rId14"/>
  </p:sldIdLst>
  <p:sldSz cx="9906000" cy="6858000" type="A4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2" autoAdjust="0"/>
    <p:restoredTop sz="94629" autoAdjust="0"/>
  </p:normalViewPr>
  <p:slideViewPr>
    <p:cSldViewPr>
      <p:cViewPr varScale="1">
        <p:scale>
          <a:sx n="111" d="100"/>
          <a:sy n="111" d="100"/>
        </p:scale>
        <p:origin x="-1314" y="-78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1" d="100"/>
          <a:sy n="81" d="100"/>
        </p:scale>
        <p:origin x="-4008" y="-102"/>
      </p:cViewPr>
      <p:guideLst>
        <p:guide orient="horz" pos="3126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7D7725-5C29-4D0B-A1AA-A13441E94E0A}" type="datetimeFigureOut">
              <a:rPr lang="en-US" smtClean="0"/>
              <a:t>8/23/2019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790197-D855-4861-BB1A-1B852B82E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2822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omura Standard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/>
          <p:cNvGrpSpPr/>
          <p:nvPr userDrawn="1"/>
        </p:nvGrpSpPr>
        <p:grpSpPr>
          <a:xfrm>
            <a:off x="272750" y="-15875"/>
            <a:ext cx="9633285" cy="2528888"/>
            <a:chOff x="272750" y="-15875"/>
            <a:chExt cx="9633285" cy="2528888"/>
          </a:xfrm>
        </p:grpSpPr>
        <p:sp>
          <p:nvSpPr>
            <p:cNvPr id="2056" name="AutoShape 8"/>
            <p:cNvSpPr>
              <a:spLocks noChangeAspect="1" noChangeArrowheads="1" noTextEdit="1"/>
            </p:cNvSpPr>
            <p:nvPr userDrawn="1"/>
          </p:nvSpPr>
          <p:spPr bwMode="auto">
            <a:xfrm>
              <a:off x="294975" y="-15875"/>
              <a:ext cx="9563100" cy="25098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067" name="Freeform 19"/>
            <p:cNvSpPr>
              <a:spLocks/>
            </p:cNvSpPr>
            <p:nvPr userDrawn="1"/>
          </p:nvSpPr>
          <p:spPr bwMode="auto">
            <a:xfrm>
              <a:off x="294975" y="-12700"/>
              <a:ext cx="2370138" cy="2509838"/>
            </a:xfrm>
            <a:custGeom>
              <a:avLst/>
              <a:gdLst/>
              <a:ahLst/>
              <a:cxnLst>
                <a:cxn ang="0">
                  <a:pos x="1493" y="0"/>
                </a:cxn>
                <a:cxn ang="0">
                  <a:pos x="663" y="0"/>
                </a:cxn>
                <a:cxn ang="0">
                  <a:pos x="0" y="1581"/>
                </a:cxn>
                <a:cxn ang="0">
                  <a:pos x="832" y="1581"/>
                </a:cxn>
                <a:cxn ang="0">
                  <a:pos x="1493" y="0"/>
                </a:cxn>
              </a:cxnLst>
              <a:rect l="0" t="0" r="r" b="b"/>
              <a:pathLst>
                <a:path w="1493" h="1581">
                  <a:moveTo>
                    <a:pt x="1493" y="0"/>
                  </a:moveTo>
                  <a:lnTo>
                    <a:pt x="663" y="0"/>
                  </a:lnTo>
                  <a:lnTo>
                    <a:pt x="0" y="1581"/>
                  </a:lnTo>
                  <a:lnTo>
                    <a:pt x="832" y="1581"/>
                  </a:lnTo>
                  <a:lnTo>
                    <a:pt x="1493" y="0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4" name="Freeform 24"/>
            <p:cNvSpPr>
              <a:spLocks/>
            </p:cNvSpPr>
            <p:nvPr userDrawn="1"/>
          </p:nvSpPr>
          <p:spPr bwMode="auto">
            <a:xfrm>
              <a:off x="3997025" y="-3175"/>
              <a:ext cx="5909010" cy="2516188"/>
            </a:xfrm>
            <a:custGeom>
              <a:avLst/>
              <a:gdLst>
                <a:gd name="connsiteX0" fmla="*/ 0 w 10328"/>
                <a:gd name="connsiteY0" fmla="*/ 3129 h 10000"/>
                <a:gd name="connsiteX1" fmla="*/ 1340 w 10328"/>
                <a:gd name="connsiteY1" fmla="*/ 10000 h 10000"/>
                <a:gd name="connsiteX2" fmla="*/ 10328 w 10328"/>
                <a:gd name="connsiteY2" fmla="*/ 10000 h 10000"/>
                <a:gd name="connsiteX3" fmla="*/ 10000 w 10328"/>
                <a:gd name="connsiteY3" fmla="*/ 0 h 10000"/>
                <a:gd name="connsiteX4" fmla="*/ 594 w 10328"/>
                <a:gd name="connsiteY4" fmla="*/ 0 h 10000"/>
                <a:gd name="connsiteX5" fmla="*/ 0 w 10328"/>
                <a:gd name="connsiteY5" fmla="*/ 3129 h 10000"/>
                <a:gd name="connsiteX0" fmla="*/ 0 w 10437"/>
                <a:gd name="connsiteY0" fmla="*/ 3129 h 10000"/>
                <a:gd name="connsiteX1" fmla="*/ 1340 w 10437"/>
                <a:gd name="connsiteY1" fmla="*/ 10000 h 10000"/>
                <a:gd name="connsiteX2" fmla="*/ 10328 w 10437"/>
                <a:gd name="connsiteY2" fmla="*/ 10000 h 10000"/>
                <a:gd name="connsiteX3" fmla="*/ 10328 w 10437"/>
                <a:gd name="connsiteY3" fmla="*/ 0 h 10000"/>
                <a:gd name="connsiteX4" fmla="*/ 594 w 10437"/>
                <a:gd name="connsiteY4" fmla="*/ 0 h 10000"/>
                <a:gd name="connsiteX5" fmla="*/ 0 w 10437"/>
                <a:gd name="connsiteY5" fmla="*/ 3129 h 10000"/>
                <a:gd name="connsiteX0" fmla="*/ 0 w 10437"/>
                <a:gd name="connsiteY0" fmla="*/ 3129 h 10000"/>
                <a:gd name="connsiteX1" fmla="*/ 1340 w 10437"/>
                <a:gd name="connsiteY1" fmla="*/ 10000 h 10000"/>
                <a:gd name="connsiteX2" fmla="*/ 10328 w 10437"/>
                <a:gd name="connsiteY2" fmla="*/ 10000 h 10000"/>
                <a:gd name="connsiteX3" fmla="*/ 10328 w 10437"/>
                <a:gd name="connsiteY3" fmla="*/ 0 h 10000"/>
                <a:gd name="connsiteX4" fmla="*/ 594 w 10437"/>
                <a:gd name="connsiteY4" fmla="*/ 0 h 10000"/>
                <a:gd name="connsiteX5" fmla="*/ 0 w 10437"/>
                <a:gd name="connsiteY5" fmla="*/ 3129 h 10000"/>
                <a:gd name="connsiteX0" fmla="*/ 0 w 10437"/>
                <a:gd name="connsiteY0" fmla="*/ 3129 h 10000"/>
                <a:gd name="connsiteX1" fmla="*/ 1340 w 10437"/>
                <a:gd name="connsiteY1" fmla="*/ 10000 h 10000"/>
                <a:gd name="connsiteX2" fmla="*/ 10328 w 10437"/>
                <a:gd name="connsiteY2" fmla="*/ 10000 h 10000"/>
                <a:gd name="connsiteX3" fmla="*/ 10328 w 10437"/>
                <a:gd name="connsiteY3" fmla="*/ 0 h 10000"/>
                <a:gd name="connsiteX4" fmla="*/ 594 w 10437"/>
                <a:gd name="connsiteY4" fmla="*/ 0 h 10000"/>
                <a:gd name="connsiteX5" fmla="*/ 0 w 10437"/>
                <a:gd name="connsiteY5" fmla="*/ 3129 h 10000"/>
                <a:gd name="connsiteX0" fmla="*/ 0 w 10328"/>
                <a:gd name="connsiteY0" fmla="*/ 3129 h 10000"/>
                <a:gd name="connsiteX1" fmla="*/ 1340 w 10328"/>
                <a:gd name="connsiteY1" fmla="*/ 10000 h 10000"/>
                <a:gd name="connsiteX2" fmla="*/ 10328 w 10328"/>
                <a:gd name="connsiteY2" fmla="*/ 10000 h 10000"/>
                <a:gd name="connsiteX3" fmla="*/ 10328 w 10328"/>
                <a:gd name="connsiteY3" fmla="*/ 0 h 10000"/>
                <a:gd name="connsiteX4" fmla="*/ 594 w 10328"/>
                <a:gd name="connsiteY4" fmla="*/ 0 h 10000"/>
                <a:gd name="connsiteX5" fmla="*/ 0 w 10328"/>
                <a:gd name="connsiteY5" fmla="*/ 3129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328" h="10000">
                  <a:moveTo>
                    <a:pt x="0" y="3129"/>
                  </a:moveTo>
                  <a:lnTo>
                    <a:pt x="1340" y="10000"/>
                  </a:lnTo>
                  <a:lnTo>
                    <a:pt x="10328" y="10000"/>
                  </a:lnTo>
                  <a:lnTo>
                    <a:pt x="10328" y="0"/>
                  </a:lnTo>
                  <a:lnTo>
                    <a:pt x="594" y="0"/>
                  </a:lnTo>
                  <a:lnTo>
                    <a:pt x="0" y="3129"/>
                  </a:lnTo>
                  <a:close/>
                </a:path>
              </a:pathLst>
            </a:custGeom>
            <a:solidFill>
              <a:srgbClr val="CA242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5" name="Freeform 25"/>
            <p:cNvSpPr>
              <a:spLocks/>
            </p:cNvSpPr>
            <p:nvPr userDrawn="1"/>
          </p:nvSpPr>
          <p:spPr bwMode="auto">
            <a:xfrm>
              <a:off x="3481088" y="1169988"/>
              <a:ext cx="963613" cy="1343025"/>
            </a:xfrm>
            <a:custGeom>
              <a:avLst/>
              <a:gdLst/>
              <a:ahLst/>
              <a:cxnLst>
                <a:cxn ang="0">
                  <a:pos x="135" y="846"/>
                </a:cxn>
                <a:cxn ang="0">
                  <a:pos x="607" y="846"/>
                </a:cxn>
                <a:cxn ang="0">
                  <a:pos x="230" y="0"/>
                </a:cxn>
                <a:cxn ang="0">
                  <a:pos x="0" y="532"/>
                </a:cxn>
                <a:cxn ang="0">
                  <a:pos x="135" y="846"/>
                </a:cxn>
              </a:cxnLst>
              <a:rect l="0" t="0" r="r" b="b"/>
              <a:pathLst>
                <a:path w="607" h="846">
                  <a:moveTo>
                    <a:pt x="135" y="846"/>
                  </a:moveTo>
                  <a:lnTo>
                    <a:pt x="607" y="846"/>
                  </a:lnTo>
                  <a:lnTo>
                    <a:pt x="230" y="0"/>
                  </a:lnTo>
                  <a:lnTo>
                    <a:pt x="0" y="532"/>
                  </a:lnTo>
                  <a:lnTo>
                    <a:pt x="135" y="846"/>
                  </a:lnTo>
                  <a:close/>
                </a:path>
              </a:pathLst>
            </a:custGeom>
            <a:solidFill>
              <a:srgbClr val="CA242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7" name="Freeform 26"/>
            <p:cNvSpPr>
              <a:spLocks/>
            </p:cNvSpPr>
            <p:nvPr userDrawn="1"/>
          </p:nvSpPr>
          <p:spPr bwMode="auto">
            <a:xfrm>
              <a:off x="2261888" y="827088"/>
              <a:ext cx="1241425" cy="1685925"/>
            </a:xfrm>
            <a:custGeom>
              <a:avLst/>
              <a:gdLst/>
              <a:ahLst/>
              <a:cxnLst>
                <a:cxn ang="0">
                  <a:pos x="0" y="1062"/>
                </a:cxn>
                <a:cxn ang="0">
                  <a:pos x="647" y="1062"/>
                </a:cxn>
                <a:cxn ang="0">
                  <a:pos x="782" y="748"/>
                </a:cxn>
                <a:cxn ang="0">
                  <a:pos x="459" y="0"/>
                </a:cxn>
                <a:cxn ang="0">
                  <a:pos x="0" y="1062"/>
                </a:cxn>
              </a:cxnLst>
              <a:rect l="0" t="0" r="r" b="b"/>
              <a:pathLst>
                <a:path w="782" h="1062">
                  <a:moveTo>
                    <a:pt x="0" y="1062"/>
                  </a:moveTo>
                  <a:lnTo>
                    <a:pt x="647" y="1062"/>
                  </a:lnTo>
                  <a:lnTo>
                    <a:pt x="782" y="748"/>
                  </a:lnTo>
                  <a:lnTo>
                    <a:pt x="459" y="0"/>
                  </a:lnTo>
                  <a:lnTo>
                    <a:pt x="0" y="1062"/>
                  </a:lnTo>
                  <a:close/>
                </a:path>
              </a:pathLst>
            </a:custGeom>
            <a:solidFill>
              <a:srgbClr val="CF393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8" name="Freeform 27"/>
            <p:cNvSpPr>
              <a:spLocks/>
            </p:cNvSpPr>
            <p:nvPr userDrawn="1"/>
          </p:nvSpPr>
          <p:spPr bwMode="auto">
            <a:xfrm>
              <a:off x="3330275" y="-3175"/>
              <a:ext cx="685800" cy="117316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327" y="739"/>
                </a:cxn>
                <a:cxn ang="0">
                  <a:pos x="432" y="496"/>
                </a:cxn>
                <a:cxn ang="0">
                  <a:pos x="210" y="0"/>
                </a:cxn>
                <a:cxn ang="0">
                  <a:pos x="0" y="0"/>
                </a:cxn>
              </a:cxnLst>
              <a:rect l="0" t="0" r="r" b="b"/>
              <a:pathLst>
                <a:path w="432" h="739">
                  <a:moveTo>
                    <a:pt x="0" y="0"/>
                  </a:moveTo>
                  <a:lnTo>
                    <a:pt x="0" y="0"/>
                  </a:lnTo>
                  <a:lnTo>
                    <a:pt x="327" y="739"/>
                  </a:lnTo>
                  <a:lnTo>
                    <a:pt x="432" y="496"/>
                  </a:lnTo>
                  <a:lnTo>
                    <a:pt x="21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393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9" name="Freeform 28"/>
            <p:cNvSpPr>
              <a:spLocks/>
            </p:cNvSpPr>
            <p:nvPr userDrawn="1"/>
          </p:nvSpPr>
          <p:spPr bwMode="auto">
            <a:xfrm>
              <a:off x="3654125" y="-3175"/>
              <a:ext cx="692150" cy="7874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22" y="496"/>
                </a:cxn>
                <a:cxn ang="0">
                  <a:pos x="436" y="0"/>
                </a:cxn>
                <a:cxn ang="0">
                  <a:pos x="0" y="0"/>
                </a:cxn>
              </a:cxnLst>
              <a:rect l="0" t="0" r="r" b="b"/>
              <a:pathLst>
                <a:path w="436" h="496">
                  <a:moveTo>
                    <a:pt x="0" y="0"/>
                  </a:moveTo>
                  <a:lnTo>
                    <a:pt x="222" y="496"/>
                  </a:lnTo>
                  <a:lnTo>
                    <a:pt x="43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6181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0" name="Freeform 29"/>
            <p:cNvSpPr>
              <a:spLocks/>
            </p:cNvSpPr>
            <p:nvPr userDrawn="1"/>
          </p:nvSpPr>
          <p:spPr bwMode="auto">
            <a:xfrm>
              <a:off x="2981025" y="-3175"/>
              <a:ext cx="877888" cy="2017713"/>
            </a:xfrm>
            <a:custGeom>
              <a:avLst/>
              <a:gdLst/>
              <a:ahLst/>
              <a:cxnLst>
                <a:cxn ang="0">
                  <a:pos x="0" y="523"/>
                </a:cxn>
                <a:cxn ang="0">
                  <a:pos x="323" y="1271"/>
                </a:cxn>
                <a:cxn ang="0">
                  <a:pos x="553" y="739"/>
                </a:cxn>
                <a:cxn ang="0">
                  <a:pos x="226" y="0"/>
                </a:cxn>
                <a:cxn ang="0">
                  <a:pos x="0" y="523"/>
                </a:cxn>
              </a:cxnLst>
              <a:rect l="0" t="0" r="r" b="b"/>
              <a:pathLst>
                <a:path w="553" h="1271">
                  <a:moveTo>
                    <a:pt x="0" y="523"/>
                  </a:moveTo>
                  <a:lnTo>
                    <a:pt x="323" y="1271"/>
                  </a:lnTo>
                  <a:lnTo>
                    <a:pt x="553" y="739"/>
                  </a:lnTo>
                  <a:lnTo>
                    <a:pt x="226" y="0"/>
                  </a:lnTo>
                  <a:lnTo>
                    <a:pt x="0" y="523"/>
                  </a:lnTo>
                  <a:close/>
                </a:path>
              </a:pathLst>
            </a:custGeom>
            <a:solidFill>
              <a:srgbClr val="AF1B18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078" name="Freeform 30"/>
            <p:cNvSpPr>
              <a:spLocks/>
            </p:cNvSpPr>
            <p:nvPr userDrawn="1"/>
          </p:nvSpPr>
          <p:spPr bwMode="auto">
            <a:xfrm>
              <a:off x="2631775" y="-3175"/>
              <a:ext cx="717550" cy="830263"/>
            </a:xfrm>
            <a:custGeom>
              <a:avLst/>
              <a:gdLst/>
              <a:ahLst/>
              <a:cxnLst>
                <a:cxn ang="0">
                  <a:pos x="452" y="0"/>
                </a:cxn>
                <a:cxn ang="0">
                  <a:pos x="452" y="0"/>
                </a:cxn>
                <a:cxn ang="0">
                  <a:pos x="0" y="0"/>
                </a:cxn>
                <a:cxn ang="0">
                  <a:pos x="226" y="523"/>
                </a:cxn>
                <a:cxn ang="0">
                  <a:pos x="447" y="7"/>
                </a:cxn>
                <a:cxn ang="0">
                  <a:pos x="452" y="0"/>
                </a:cxn>
              </a:cxnLst>
              <a:rect l="0" t="0" r="r" b="b"/>
              <a:pathLst>
                <a:path w="452" h="523">
                  <a:moveTo>
                    <a:pt x="452" y="0"/>
                  </a:moveTo>
                  <a:lnTo>
                    <a:pt x="452" y="0"/>
                  </a:lnTo>
                  <a:lnTo>
                    <a:pt x="0" y="0"/>
                  </a:lnTo>
                  <a:lnTo>
                    <a:pt x="226" y="523"/>
                  </a:lnTo>
                  <a:lnTo>
                    <a:pt x="447" y="7"/>
                  </a:lnTo>
                  <a:lnTo>
                    <a:pt x="452" y="0"/>
                  </a:lnTo>
                  <a:close/>
                </a:path>
              </a:pathLst>
            </a:custGeom>
            <a:solidFill>
              <a:srgbClr val="A21715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079" name="Freeform 31"/>
            <p:cNvSpPr>
              <a:spLocks/>
            </p:cNvSpPr>
            <p:nvPr userDrawn="1"/>
          </p:nvSpPr>
          <p:spPr bwMode="auto">
            <a:xfrm>
              <a:off x="1585613" y="-3175"/>
              <a:ext cx="1414463" cy="2516188"/>
            </a:xfrm>
            <a:custGeom>
              <a:avLst/>
              <a:gdLst/>
              <a:ahLst/>
              <a:cxnLst>
                <a:cxn ang="0">
                  <a:pos x="667" y="7"/>
                </a:cxn>
                <a:cxn ang="0">
                  <a:pos x="665" y="0"/>
                </a:cxn>
                <a:cxn ang="0">
                  <a:pos x="0" y="1585"/>
                </a:cxn>
                <a:cxn ang="0">
                  <a:pos x="432" y="1585"/>
                </a:cxn>
                <a:cxn ang="0">
                  <a:pos x="891" y="523"/>
                </a:cxn>
                <a:cxn ang="0">
                  <a:pos x="667" y="7"/>
                </a:cxn>
              </a:cxnLst>
              <a:rect l="0" t="0" r="r" b="b"/>
              <a:pathLst>
                <a:path w="891" h="1585">
                  <a:moveTo>
                    <a:pt x="667" y="7"/>
                  </a:moveTo>
                  <a:lnTo>
                    <a:pt x="665" y="0"/>
                  </a:lnTo>
                  <a:lnTo>
                    <a:pt x="0" y="1585"/>
                  </a:lnTo>
                  <a:lnTo>
                    <a:pt x="432" y="1585"/>
                  </a:lnTo>
                  <a:lnTo>
                    <a:pt x="891" y="523"/>
                  </a:lnTo>
                  <a:lnTo>
                    <a:pt x="667" y="7"/>
                  </a:lnTo>
                  <a:close/>
                </a:path>
              </a:pathLst>
            </a:custGeom>
            <a:solidFill>
              <a:srgbClr val="AF1B18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080" name="Freeform 32"/>
            <p:cNvSpPr>
              <a:spLocks/>
            </p:cNvSpPr>
            <p:nvPr userDrawn="1"/>
          </p:nvSpPr>
          <p:spPr bwMode="auto">
            <a:xfrm>
              <a:off x="272750" y="-3175"/>
              <a:ext cx="2381250" cy="2516188"/>
            </a:xfrm>
            <a:custGeom>
              <a:avLst/>
              <a:gdLst/>
              <a:ahLst/>
              <a:cxnLst>
                <a:cxn ang="0">
                  <a:pos x="667" y="0"/>
                </a:cxn>
                <a:cxn ang="0">
                  <a:pos x="0" y="1585"/>
                </a:cxn>
                <a:cxn ang="0">
                  <a:pos x="833" y="1585"/>
                </a:cxn>
                <a:cxn ang="0">
                  <a:pos x="1500" y="0"/>
                </a:cxn>
                <a:cxn ang="0">
                  <a:pos x="667" y="0"/>
                </a:cxn>
              </a:cxnLst>
              <a:rect l="0" t="0" r="r" b="b"/>
              <a:pathLst>
                <a:path w="1500" h="1585">
                  <a:moveTo>
                    <a:pt x="667" y="0"/>
                  </a:moveTo>
                  <a:lnTo>
                    <a:pt x="0" y="1585"/>
                  </a:lnTo>
                  <a:lnTo>
                    <a:pt x="833" y="1585"/>
                  </a:lnTo>
                  <a:lnTo>
                    <a:pt x="1500" y="0"/>
                  </a:lnTo>
                  <a:lnTo>
                    <a:pt x="667" y="0"/>
                  </a:lnTo>
                  <a:close/>
                </a:path>
              </a:pathLst>
            </a:custGeom>
            <a:solidFill>
              <a:srgbClr val="CF393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grpSp>
        <p:nvGrpSpPr>
          <p:cNvPr id="34" name="Group 33"/>
          <p:cNvGrpSpPr/>
          <p:nvPr userDrawn="1"/>
        </p:nvGrpSpPr>
        <p:grpSpPr>
          <a:xfrm>
            <a:off x="7786024" y="310690"/>
            <a:ext cx="1839368" cy="386336"/>
            <a:chOff x="7740649" y="378000"/>
            <a:chExt cx="1839368" cy="386336"/>
          </a:xfrm>
        </p:grpSpPr>
        <p:pic>
          <p:nvPicPr>
            <p:cNvPr id="13" name="Picture 3" descr="O:\Logo_Library\N\NOMURA\A4\NOMURA_A4_CMYK_WHITE.emf"/>
            <p:cNvPicPr>
              <a:picLocks noChangeAspect="1" noChangeArrowheads="1"/>
            </p:cNvPicPr>
            <p:nvPr userDrawn="1"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8319877" y="378000"/>
              <a:ext cx="1260140" cy="216024"/>
            </a:xfrm>
            <a:prstGeom prst="rect">
              <a:avLst/>
            </a:prstGeom>
            <a:noFill/>
          </p:spPr>
        </p:pic>
        <p:sp>
          <p:nvSpPr>
            <p:cNvPr id="14" name="TextBox 13"/>
            <p:cNvSpPr txBox="1"/>
            <p:nvPr userDrawn="1"/>
          </p:nvSpPr>
          <p:spPr bwMode="white">
            <a:xfrm>
              <a:off x="7740649" y="625837"/>
              <a:ext cx="1809115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900" i="1" dirty="0" smtClean="0">
                  <a:solidFill>
                    <a:schemeClr val="bg1"/>
                  </a:solidFill>
                </a:rPr>
                <a:t>Connecting</a:t>
              </a:r>
              <a:r>
                <a:rPr lang="en-GB" sz="900" i="1" baseline="0" dirty="0" smtClean="0">
                  <a:solidFill>
                    <a:schemeClr val="bg1"/>
                  </a:solidFill>
                </a:rPr>
                <a:t> Markets East &amp; West</a:t>
              </a:r>
              <a:endParaRPr lang="en-GB" sz="900" i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8" name="Text Placeholder 17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66400" y="3888000"/>
            <a:ext cx="7200000" cy="507600"/>
          </a:xfrm>
          <a:prstGeom prst="rect">
            <a:avLst/>
          </a:prstGeom>
        </p:spPr>
        <p:txBody>
          <a:bodyPr lIns="0" tIns="72000" rIns="0" bIns="0" anchor="t" anchorCtr="0"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1" baseline="0">
                <a:ea typeface="MS PGothic" pitchFamily="34" charset="-128"/>
              </a:defRPr>
            </a:lvl1pPr>
          </a:lstStyle>
          <a:p>
            <a:pPr lvl="0"/>
            <a:r>
              <a:rPr lang="en-US" dirty="0" smtClean="0"/>
              <a:t>Enter your subtitle here</a:t>
            </a:r>
            <a:endParaRPr lang="en-GB" dirty="0"/>
          </a:p>
        </p:txBody>
      </p:sp>
      <p:sp>
        <p:nvSpPr>
          <p:cNvPr id="9" name="Text Placeholder 17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266400" y="6453336"/>
            <a:ext cx="3960440" cy="239907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00" b="0" baseline="0">
                <a:ea typeface="MS PGothic" pitchFamily="34" charset="-128"/>
              </a:defRPr>
            </a:lvl1pPr>
          </a:lstStyle>
          <a:p>
            <a:pPr lvl="0"/>
            <a:r>
              <a:rPr lang="en-US" dirty="0" smtClean="0"/>
              <a:t>Enter date here</a:t>
            </a:r>
            <a:endParaRPr lang="en-GB" dirty="0"/>
          </a:p>
        </p:txBody>
      </p:sp>
      <p:sp>
        <p:nvSpPr>
          <p:cNvPr id="19" name="Text Placeholder 18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7164466" y="4869160"/>
            <a:ext cx="2448272" cy="1223417"/>
          </a:xfrm>
          <a:prstGeom prst="rect">
            <a:avLst/>
          </a:prstGeom>
        </p:spPr>
        <p:txBody>
          <a:bodyPr anchor="ctr" anchorCtr="0"/>
          <a:lstStyle>
            <a:lvl1pPr algn="r">
              <a:defRPr baseline="0"/>
            </a:lvl1pPr>
          </a:lstStyle>
          <a:p>
            <a:pPr lvl="0"/>
            <a:r>
              <a:rPr lang="en-GB" dirty="0" smtClean="0"/>
              <a:t>Client logo here</a:t>
            </a:r>
            <a:endParaRPr lang="en-GB" dirty="0"/>
          </a:p>
        </p:txBody>
      </p:sp>
      <p:sp>
        <p:nvSpPr>
          <p:cNvPr id="26" name="Text Box 11"/>
          <p:cNvSpPr txBox="1">
            <a:spLocks noChangeArrowheads="1"/>
          </p:cNvSpPr>
          <p:nvPr userDrawn="1"/>
        </p:nvSpPr>
        <p:spPr bwMode="ltGray">
          <a:xfrm>
            <a:off x="7374363" y="6315223"/>
            <a:ext cx="2238375" cy="138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b">
            <a:spAutoFit/>
          </a:bodyPr>
          <a:lstStyle/>
          <a:p>
            <a:pPr algn="r">
              <a:defRPr/>
            </a:pPr>
            <a:r>
              <a:rPr kumimoji="0" lang="en-GB" altLang="ja-JP" sz="900" baseline="0" dirty="0">
                <a:ea typeface="ＭＳ Ｐゴシック" pitchFamily="50" charset="-128"/>
                <a:cs typeface="Arial" charset="0"/>
              </a:rPr>
              <a:t>STRICTLY PRIVATE AND CONFIDENTIAL</a:t>
            </a:r>
          </a:p>
        </p:txBody>
      </p:sp>
      <p:sp>
        <p:nvSpPr>
          <p:cNvPr id="16" name="Title 15"/>
          <p:cNvSpPr>
            <a:spLocks noGrp="1"/>
          </p:cNvSpPr>
          <p:nvPr userDrawn="1">
            <p:ph type="title" hasCustomPrompt="1"/>
          </p:nvPr>
        </p:nvSpPr>
        <p:spPr>
          <a:xfrm>
            <a:off x="266400" y="2880000"/>
            <a:ext cx="7200000" cy="858952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lnSpc>
                <a:spcPct val="120000"/>
              </a:lnSpc>
              <a:defRPr sz="2400" baseline="0">
                <a:ea typeface="MS PGothic" pitchFamily="34" charset="-128"/>
              </a:defRPr>
            </a:lvl1pPr>
          </a:lstStyle>
          <a:p>
            <a:r>
              <a:rPr lang="en-US" dirty="0" smtClean="0"/>
              <a:t>Enter your title here</a:t>
            </a:r>
            <a:endParaRPr lang="en-GB" dirty="0"/>
          </a:p>
        </p:txBody>
      </p:sp>
      <p:sp>
        <p:nvSpPr>
          <p:cNvPr id="32" name="Text Placeholder 31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266400" y="4869160"/>
            <a:ext cx="3960440" cy="792088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00" baseline="0">
                <a:ea typeface="MS PGothic" pitchFamily="34" charset="-128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 smtClean="0"/>
              <a:t>Business Division</a:t>
            </a:r>
            <a:br>
              <a:rPr lang="en-US" dirty="0" smtClean="0"/>
            </a:br>
            <a:r>
              <a:rPr lang="en-US" dirty="0" smtClean="0"/>
              <a:t>Business Subdivision</a:t>
            </a:r>
            <a:br>
              <a:rPr lang="en-US" dirty="0" smtClean="0"/>
            </a:br>
            <a:r>
              <a:rPr lang="en-US" dirty="0" smtClean="0"/>
              <a:t>Region Label</a:t>
            </a:r>
            <a:endParaRPr lang="en-GB" dirty="0"/>
          </a:p>
        </p:txBody>
      </p:sp>
      <p:sp>
        <p:nvSpPr>
          <p:cNvPr id="17" name="Text Placeholder 31"/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266400" y="5821288"/>
            <a:ext cx="3960440" cy="472008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00" baseline="0">
                <a:ea typeface="MS PGothic" pitchFamily="34" charset="-128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 smtClean="0"/>
              <a:t>Author / Presenter name</a:t>
            </a:r>
            <a:br>
              <a:rPr lang="en-US" dirty="0" smtClean="0"/>
            </a:br>
            <a:r>
              <a:rPr lang="en-US" dirty="0" smtClean="0"/>
              <a:t>Author / Presenter name</a:t>
            </a:r>
            <a:endParaRPr lang="en-GB" dirty="0"/>
          </a:p>
        </p:txBody>
      </p:sp>
      <p:sp>
        <p:nvSpPr>
          <p:cNvPr id="15" name="Text Box 11"/>
          <p:cNvSpPr txBox="1">
            <a:spLocks noChangeArrowheads="1"/>
          </p:cNvSpPr>
          <p:nvPr userDrawn="1"/>
        </p:nvSpPr>
        <p:spPr bwMode="ltGray">
          <a:xfrm>
            <a:off x="9085350" y="6577299"/>
            <a:ext cx="527388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b">
            <a:spAutoFit/>
          </a:bodyPr>
          <a:lstStyle/>
          <a:p>
            <a:pPr algn="r">
              <a:defRPr/>
            </a:pPr>
            <a:r>
              <a:rPr kumimoji="0" lang="en-GB" altLang="ja-JP" sz="900" baseline="0" dirty="0" smtClean="0">
                <a:ea typeface="ＭＳ Ｐゴシック" pitchFamily="50" charset="-128"/>
                <a:cs typeface="Arial" charset="0"/>
              </a:rPr>
              <a:t>© Nomura</a:t>
            </a:r>
            <a:endParaRPr kumimoji="0" lang="en-GB" altLang="ja-JP" sz="900" baseline="0" dirty="0">
              <a:ea typeface="ＭＳ Ｐゴシック" pitchFamily="50" charset="-128"/>
              <a:cs typeface="Arial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omura Standard Part Imag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" descr="\\Europe\Data\Creative_Media\02001-03000\02154 Landor Project\PowerPoint Template\Assets\200339868_PPT.jpg"/>
          <p:cNvPicPr>
            <a:picLocks noChangeAspect="1" noChangeArrowheads="1"/>
          </p:cNvPicPr>
          <p:nvPr userDrawn="1"/>
        </p:nvPicPr>
        <p:blipFill>
          <a:blip r:embed="rId2" cstate="print"/>
          <a:srcRect b="7581"/>
          <a:stretch>
            <a:fillRect/>
          </a:stretch>
        </p:blipFill>
        <p:spPr bwMode="auto">
          <a:xfrm>
            <a:off x="1" y="-8853"/>
            <a:ext cx="3919070" cy="2514246"/>
          </a:xfrm>
          <a:prstGeom prst="rect">
            <a:avLst/>
          </a:prstGeom>
          <a:noFill/>
        </p:spPr>
      </p:pic>
      <p:sp>
        <p:nvSpPr>
          <p:cNvPr id="18" name="Text Placeholder 17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66400" y="3888000"/>
            <a:ext cx="7200000" cy="507600"/>
          </a:xfrm>
          <a:prstGeom prst="rect">
            <a:avLst/>
          </a:prstGeom>
        </p:spPr>
        <p:txBody>
          <a:bodyPr lIns="0" tIns="72000" rIns="0" bIns="0" anchor="t" anchorCtr="0"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1" baseline="0">
                <a:ea typeface="MS PGothic" pitchFamily="34" charset="-128"/>
              </a:defRPr>
            </a:lvl1pPr>
          </a:lstStyle>
          <a:p>
            <a:pPr lvl="0"/>
            <a:r>
              <a:rPr lang="en-US" dirty="0" smtClean="0"/>
              <a:t>Enter your subtitle here</a:t>
            </a:r>
            <a:endParaRPr lang="en-GB" dirty="0"/>
          </a:p>
        </p:txBody>
      </p:sp>
      <p:sp>
        <p:nvSpPr>
          <p:cNvPr id="16" name="Title 15"/>
          <p:cNvSpPr>
            <a:spLocks noGrp="1"/>
          </p:cNvSpPr>
          <p:nvPr userDrawn="1">
            <p:ph type="title" hasCustomPrompt="1"/>
          </p:nvPr>
        </p:nvSpPr>
        <p:spPr>
          <a:xfrm>
            <a:off x="266400" y="2880000"/>
            <a:ext cx="7200000" cy="858952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lnSpc>
                <a:spcPct val="120000"/>
              </a:lnSpc>
              <a:defRPr sz="2400" baseline="0">
                <a:ea typeface="MS PGothic" pitchFamily="34" charset="-128"/>
              </a:defRPr>
            </a:lvl1pPr>
          </a:lstStyle>
          <a:p>
            <a:r>
              <a:rPr lang="en-US" dirty="0" smtClean="0"/>
              <a:t>Enter your title here</a:t>
            </a:r>
            <a:endParaRPr lang="en-GB" dirty="0"/>
          </a:p>
        </p:txBody>
      </p:sp>
      <p:sp>
        <p:nvSpPr>
          <p:cNvPr id="15" name="Text Placeholder 17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266400" y="6453336"/>
            <a:ext cx="3960440" cy="239907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00" b="0" baseline="0">
                <a:ea typeface="MS PGothic" pitchFamily="34" charset="-128"/>
              </a:defRPr>
            </a:lvl1pPr>
          </a:lstStyle>
          <a:p>
            <a:pPr lvl="0"/>
            <a:r>
              <a:rPr lang="en-US" dirty="0" smtClean="0"/>
              <a:t>Enter date here</a:t>
            </a:r>
            <a:endParaRPr lang="en-GB" dirty="0"/>
          </a:p>
        </p:txBody>
      </p:sp>
      <p:sp>
        <p:nvSpPr>
          <p:cNvPr id="20" name="Text Placeholder 18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7164466" y="4869160"/>
            <a:ext cx="2448272" cy="1223417"/>
          </a:xfrm>
          <a:prstGeom prst="rect">
            <a:avLst/>
          </a:prstGeom>
        </p:spPr>
        <p:txBody>
          <a:bodyPr anchor="ctr" anchorCtr="0"/>
          <a:lstStyle>
            <a:lvl1pPr algn="r">
              <a:defRPr baseline="0"/>
            </a:lvl1pPr>
          </a:lstStyle>
          <a:p>
            <a:pPr lvl="0"/>
            <a:r>
              <a:rPr lang="en-GB" dirty="0" smtClean="0"/>
              <a:t>Client logo here</a:t>
            </a:r>
            <a:endParaRPr lang="en-GB" dirty="0"/>
          </a:p>
        </p:txBody>
      </p:sp>
      <p:sp>
        <p:nvSpPr>
          <p:cNvPr id="21" name="Text Box 11"/>
          <p:cNvSpPr txBox="1">
            <a:spLocks noChangeArrowheads="1"/>
          </p:cNvSpPr>
          <p:nvPr userDrawn="1"/>
        </p:nvSpPr>
        <p:spPr bwMode="ltGray">
          <a:xfrm>
            <a:off x="7374363" y="6315223"/>
            <a:ext cx="2238375" cy="138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b">
            <a:spAutoFit/>
          </a:bodyPr>
          <a:lstStyle/>
          <a:p>
            <a:pPr algn="r">
              <a:defRPr/>
            </a:pPr>
            <a:r>
              <a:rPr kumimoji="0" lang="en-GB" altLang="ja-JP" sz="900" baseline="0" dirty="0">
                <a:ea typeface="ＭＳ Ｐゴシック" pitchFamily="50" charset="-128"/>
                <a:cs typeface="Arial" charset="0"/>
              </a:rPr>
              <a:t>STRICTLY PRIVATE AND CONFIDENTIAL</a:t>
            </a:r>
          </a:p>
        </p:txBody>
      </p:sp>
      <p:sp>
        <p:nvSpPr>
          <p:cNvPr id="22" name="Text Placeholder 31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266400" y="4869160"/>
            <a:ext cx="3960440" cy="792088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00" baseline="0">
                <a:ea typeface="MS PGothic" pitchFamily="34" charset="-128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 smtClean="0"/>
              <a:t>Business Division</a:t>
            </a:r>
            <a:br>
              <a:rPr lang="en-US" dirty="0" smtClean="0"/>
            </a:br>
            <a:r>
              <a:rPr lang="en-US" dirty="0" smtClean="0"/>
              <a:t>Business Subdivision</a:t>
            </a:r>
            <a:br>
              <a:rPr lang="en-US" dirty="0" smtClean="0"/>
            </a:br>
            <a:r>
              <a:rPr lang="en-US" dirty="0" smtClean="0"/>
              <a:t>Region Label</a:t>
            </a:r>
            <a:endParaRPr lang="en-GB" dirty="0"/>
          </a:p>
        </p:txBody>
      </p:sp>
      <p:sp>
        <p:nvSpPr>
          <p:cNvPr id="23" name="Text Placeholder 31"/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266400" y="5821288"/>
            <a:ext cx="3960440" cy="472008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00" baseline="0">
                <a:ea typeface="MS PGothic" pitchFamily="34" charset="-128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 smtClean="0"/>
              <a:t>Author / Presenter name</a:t>
            </a:r>
            <a:br>
              <a:rPr lang="en-US" dirty="0" smtClean="0"/>
            </a:br>
            <a:r>
              <a:rPr lang="en-US" dirty="0" smtClean="0"/>
              <a:t>Author / Presenter name</a:t>
            </a:r>
            <a:endParaRPr lang="en-GB" dirty="0"/>
          </a:p>
        </p:txBody>
      </p:sp>
      <p:sp>
        <p:nvSpPr>
          <p:cNvPr id="24" name="Text Box 11"/>
          <p:cNvSpPr txBox="1">
            <a:spLocks noChangeArrowheads="1"/>
          </p:cNvSpPr>
          <p:nvPr userDrawn="1"/>
        </p:nvSpPr>
        <p:spPr bwMode="ltGray">
          <a:xfrm>
            <a:off x="9085350" y="6577299"/>
            <a:ext cx="527388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b">
            <a:spAutoFit/>
          </a:bodyPr>
          <a:lstStyle/>
          <a:p>
            <a:pPr algn="r">
              <a:defRPr/>
            </a:pPr>
            <a:r>
              <a:rPr kumimoji="0" lang="en-GB" altLang="ja-JP" sz="900" baseline="0" dirty="0" smtClean="0">
                <a:ea typeface="ＭＳ Ｐゴシック" pitchFamily="50" charset="-128"/>
                <a:cs typeface="Arial" charset="0"/>
              </a:rPr>
              <a:t>© Nomura</a:t>
            </a:r>
            <a:endParaRPr kumimoji="0" lang="en-GB" altLang="ja-JP" sz="900" baseline="0" dirty="0">
              <a:ea typeface="ＭＳ Ｐゴシック" pitchFamily="50" charset="-128"/>
              <a:cs typeface="Arial" charset="0"/>
            </a:endParaRPr>
          </a:p>
        </p:txBody>
      </p:sp>
      <p:grpSp>
        <p:nvGrpSpPr>
          <p:cNvPr id="84" name="Group 83"/>
          <p:cNvGrpSpPr/>
          <p:nvPr userDrawn="1"/>
        </p:nvGrpSpPr>
        <p:grpSpPr>
          <a:xfrm>
            <a:off x="2606208" y="-20320"/>
            <a:ext cx="7299545" cy="2525713"/>
            <a:chOff x="2606208" y="-12700"/>
            <a:chExt cx="7299545" cy="2525713"/>
          </a:xfrm>
        </p:grpSpPr>
        <p:sp>
          <p:nvSpPr>
            <p:cNvPr id="73" name="Freeform 19"/>
            <p:cNvSpPr>
              <a:spLocks/>
            </p:cNvSpPr>
            <p:nvPr userDrawn="1"/>
          </p:nvSpPr>
          <p:spPr bwMode="auto">
            <a:xfrm>
              <a:off x="2628433" y="-12700"/>
              <a:ext cx="2370138" cy="2509838"/>
            </a:xfrm>
            <a:custGeom>
              <a:avLst/>
              <a:gdLst/>
              <a:ahLst/>
              <a:cxnLst>
                <a:cxn ang="0">
                  <a:pos x="1493" y="0"/>
                </a:cxn>
                <a:cxn ang="0">
                  <a:pos x="663" y="0"/>
                </a:cxn>
                <a:cxn ang="0">
                  <a:pos x="0" y="1581"/>
                </a:cxn>
                <a:cxn ang="0">
                  <a:pos x="832" y="1581"/>
                </a:cxn>
                <a:cxn ang="0">
                  <a:pos x="1493" y="0"/>
                </a:cxn>
              </a:cxnLst>
              <a:rect l="0" t="0" r="r" b="b"/>
              <a:pathLst>
                <a:path w="1493" h="1581">
                  <a:moveTo>
                    <a:pt x="1493" y="0"/>
                  </a:moveTo>
                  <a:lnTo>
                    <a:pt x="663" y="0"/>
                  </a:lnTo>
                  <a:lnTo>
                    <a:pt x="0" y="1581"/>
                  </a:lnTo>
                  <a:lnTo>
                    <a:pt x="832" y="1581"/>
                  </a:lnTo>
                  <a:lnTo>
                    <a:pt x="1493" y="0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5" name="Freeform 24"/>
            <p:cNvSpPr>
              <a:spLocks/>
            </p:cNvSpPr>
            <p:nvPr userDrawn="1"/>
          </p:nvSpPr>
          <p:spPr bwMode="auto">
            <a:xfrm>
              <a:off x="6330482" y="-3175"/>
              <a:ext cx="3575271" cy="2516188"/>
            </a:xfrm>
            <a:custGeom>
              <a:avLst/>
              <a:gdLst>
                <a:gd name="connsiteX0" fmla="*/ 0 w 10328"/>
                <a:gd name="connsiteY0" fmla="*/ 3129 h 10000"/>
                <a:gd name="connsiteX1" fmla="*/ 1340 w 10328"/>
                <a:gd name="connsiteY1" fmla="*/ 10000 h 10000"/>
                <a:gd name="connsiteX2" fmla="*/ 10328 w 10328"/>
                <a:gd name="connsiteY2" fmla="*/ 10000 h 10000"/>
                <a:gd name="connsiteX3" fmla="*/ 10000 w 10328"/>
                <a:gd name="connsiteY3" fmla="*/ 0 h 10000"/>
                <a:gd name="connsiteX4" fmla="*/ 594 w 10328"/>
                <a:gd name="connsiteY4" fmla="*/ 0 h 10000"/>
                <a:gd name="connsiteX5" fmla="*/ 0 w 10328"/>
                <a:gd name="connsiteY5" fmla="*/ 3129 h 10000"/>
                <a:gd name="connsiteX0" fmla="*/ 0 w 10437"/>
                <a:gd name="connsiteY0" fmla="*/ 3129 h 10000"/>
                <a:gd name="connsiteX1" fmla="*/ 1340 w 10437"/>
                <a:gd name="connsiteY1" fmla="*/ 10000 h 10000"/>
                <a:gd name="connsiteX2" fmla="*/ 10328 w 10437"/>
                <a:gd name="connsiteY2" fmla="*/ 10000 h 10000"/>
                <a:gd name="connsiteX3" fmla="*/ 10328 w 10437"/>
                <a:gd name="connsiteY3" fmla="*/ 0 h 10000"/>
                <a:gd name="connsiteX4" fmla="*/ 594 w 10437"/>
                <a:gd name="connsiteY4" fmla="*/ 0 h 10000"/>
                <a:gd name="connsiteX5" fmla="*/ 0 w 10437"/>
                <a:gd name="connsiteY5" fmla="*/ 3129 h 10000"/>
                <a:gd name="connsiteX0" fmla="*/ 0 w 10437"/>
                <a:gd name="connsiteY0" fmla="*/ 3129 h 10000"/>
                <a:gd name="connsiteX1" fmla="*/ 1340 w 10437"/>
                <a:gd name="connsiteY1" fmla="*/ 10000 h 10000"/>
                <a:gd name="connsiteX2" fmla="*/ 10328 w 10437"/>
                <a:gd name="connsiteY2" fmla="*/ 10000 h 10000"/>
                <a:gd name="connsiteX3" fmla="*/ 10328 w 10437"/>
                <a:gd name="connsiteY3" fmla="*/ 0 h 10000"/>
                <a:gd name="connsiteX4" fmla="*/ 594 w 10437"/>
                <a:gd name="connsiteY4" fmla="*/ 0 h 10000"/>
                <a:gd name="connsiteX5" fmla="*/ 0 w 10437"/>
                <a:gd name="connsiteY5" fmla="*/ 3129 h 10000"/>
                <a:gd name="connsiteX0" fmla="*/ 0 w 10437"/>
                <a:gd name="connsiteY0" fmla="*/ 3129 h 10000"/>
                <a:gd name="connsiteX1" fmla="*/ 1340 w 10437"/>
                <a:gd name="connsiteY1" fmla="*/ 10000 h 10000"/>
                <a:gd name="connsiteX2" fmla="*/ 10328 w 10437"/>
                <a:gd name="connsiteY2" fmla="*/ 10000 h 10000"/>
                <a:gd name="connsiteX3" fmla="*/ 10328 w 10437"/>
                <a:gd name="connsiteY3" fmla="*/ 0 h 10000"/>
                <a:gd name="connsiteX4" fmla="*/ 594 w 10437"/>
                <a:gd name="connsiteY4" fmla="*/ 0 h 10000"/>
                <a:gd name="connsiteX5" fmla="*/ 0 w 10437"/>
                <a:gd name="connsiteY5" fmla="*/ 3129 h 10000"/>
                <a:gd name="connsiteX0" fmla="*/ 0 w 10328"/>
                <a:gd name="connsiteY0" fmla="*/ 3129 h 10000"/>
                <a:gd name="connsiteX1" fmla="*/ 1340 w 10328"/>
                <a:gd name="connsiteY1" fmla="*/ 10000 h 10000"/>
                <a:gd name="connsiteX2" fmla="*/ 10328 w 10328"/>
                <a:gd name="connsiteY2" fmla="*/ 10000 h 10000"/>
                <a:gd name="connsiteX3" fmla="*/ 10328 w 10328"/>
                <a:gd name="connsiteY3" fmla="*/ 0 h 10000"/>
                <a:gd name="connsiteX4" fmla="*/ 594 w 10328"/>
                <a:gd name="connsiteY4" fmla="*/ 0 h 10000"/>
                <a:gd name="connsiteX5" fmla="*/ 0 w 10328"/>
                <a:gd name="connsiteY5" fmla="*/ 3129 h 10000"/>
                <a:gd name="connsiteX0" fmla="*/ 0 w 10328"/>
                <a:gd name="connsiteY0" fmla="*/ 3129 h 10000"/>
                <a:gd name="connsiteX1" fmla="*/ 1340 w 10328"/>
                <a:gd name="connsiteY1" fmla="*/ 10000 h 10000"/>
                <a:gd name="connsiteX2" fmla="*/ 10328 w 10328"/>
                <a:gd name="connsiteY2" fmla="*/ 10000 h 10000"/>
                <a:gd name="connsiteX3" fmla="*/ 6249 w 10328"/>
                <a:gd name="connsiteY3" fmla="*/ 13 h 10000"/>
                <a:gd name="connsiteX4" fmla="*/ 594 w 10328"/>
                <a:gd name="connsiteY4" fmla="*/ 0 h 10000"/>
                <a:gd name="connsiteX5" fmla="*/ 0 w 10328"/>
                <a:gd name="connsiteY5" fmla="*/ 3129 h 10000"/>
                <a:gd name="connsiteX0" fmla="*/ 0 w 6249"/>
                <a:gd name="connsiteY0" fmla="*/ 3129 h 10000"/>
                <a:gd name="connsiteX1" fmla="*/ 1340 w 6249"/>
                <a:gd name="connsiteY1" fmla="*/ 10000 h 10000"/>
                <a:gd name="connsiteX2" fmla="*/ 6249 w 6249"/>
                <a:gd name="connsiteY2" fmla="*/ 10000 h 10000"/>
                <a:gd name="connsiteX3" fmla="*/ 6249 w 6249"/>
                <a:gd name="connsiteY3" fmla="*/ 13 h 10000"/>
                <a:gd name="connsiteX4" fmla="*/ 594 w 6249"/>
                <a:gd name="connsiteY4" fmla="*/ 0 h 10000"/>
                <a:gd name="connsiteX5" fmla="*/ 0 w 6249"/>
                <a:gd name="connsiteY5" fmla="*/ 3129 h 10000"/>
                <a:gd name="connsiteX0" fmla="*/ 0 w 10000"/>
                <a:gd name="connsiteY0" fmla="*/ 3129 h 10000"/>
                <a:gd name="connsiteX1" fmla="*/ 2144 w 10000"/>
                <a:gd name="connsiteY1" fmla="*/ 10000 h 10000"/>
                <a:gd name="connsiteX2" fmla="*/ 10000 w 10000"/>
                <a:gd name="connsiteY2" fmla="*/ 10000 h 10000"/>
                <a:gd name="connsiteX3" fmla="*/ 10000 w 10000"/>
                <a:gd name="connsiteY3" fmla="*/ 0 h 10000"/>
                <a:gd name="connsiteX4" fmla="*/ 951 w 10000"/>
                <a:gd name="connsiteY4" fmla="*/ 0 h 10000"/>
                <a:gd name="connsiteX5" fmla="*/ 0 w 10000"/>
                <a:gd name="connsiteY5" fmla="*/ 3129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0" h="10000">
                  <a:moveTo>
                    <a:pt x="0" y="3129"/>
                  </a:moveTo>
                  <a:lnTo>
                    <a:pt x="2144" y="10000"/>
                  </a:lnTo>
                  <a:lnTo>
                    <a:pt x="10000" y="10000"/>
                  </a:lnTo>
                  <a:lnTo>
                    <a:pt x="10000" y="0"/>
                  </a:lnTo>
                  <a:lnTo>
                    <a:pt x="951" y="0"/>
                  </a:lnTo>
                  <a:lnTo>
                    <a:pt x="0" y="3129"/>
                  </a:lnTo>
                  <a:close/>
                </a:path>
              </a:pathLst>
            </a:custGeom>
            <a:solidFill>
              <a:srgbClr val="CA242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6" name="Freeform 25"/>
            <p:cNvSpPr>
              <a:spLocks/>
            </p:cNvSpPr>
            <p:nvPr userDrawn="1"/>
          </p:nvSpPr>
          <p:spPr bwMode="auto">
            <a:xfrm>
              <a:off x="5824071" y="1169988"/>
              <a:ext cx="963613" cy="1343025"/>
            </a:xfrm>
            <a:custGeom>
              <a:avLst/>
              <a:gdLst/>
              <a:ahLst/>
              <a:cxnLst>
                <a:cxn ang="0">
                  <a:pos x="135" y="846"/>
                </a:cxn>
                <a:cxn ang="0">
                  <a:pos x="607" y="846"/>
                </a:cxn>
                <a:cxn ang="0">
                  <a:pos x="230" y="0"/>
                </a:cxn>
                <a:cxn ang="0">
                  <a:pos x="0" y="532"/>
                </a:cxn>
                <a:cxn ang="0">
                  <a:pos x="135" y="846"/>
                </a:cxn>
              </a:cxnLst>
              <a:rect l="0" t="0" r="r" b="b"/>
              <a:pathLst>
                <a:path w="607" h="846">
                  <a:moveTo>
                    <a:pt x="135" y="846"/>
                  </a:moveTo>
                  <a:lnTo>
                    <a:pt x="607" y="846"/>
                  </a:lnTo>
                  <a:lnTo>
                    <a:pt x="230" y="0"/>
                  </a:lnTo>
                  <a:lnTo>
                    <a:pt x="0" y="532"/>
                  </a:lnTo>
                  <a:lnTo>
                    <a:pt x="135" y="846"/>
                  </a:lnTo>
                  <a:close/>
                </a:path>
              </a:pathLst>
            </a:custGeom>
            <a:solidFill>
              <a:srgbClr val="CA242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" name="Freeform 76"/>
            <p:cNvSpPr>
              <a:spLocks/>
            </p:cNvSpPr>
            <p:nvPr userDrawn="1"/>
          </p:nvSpPr>
          <p:spPr bwMode="auto">
            <a:xfrm>
              <a:off x="4595346" y="827088"/>
              <a:ext cx="1241425" cy="1685925"/>
            </a:xfrm>
            <a:custGeom>
              <a:avLst/>
              <a:gdLst/>
              <a:ahLst/>
              <a:cxnLst>
                <a:cxn ang="0">
                  <a:pos x="0" y="1062"/>
                </a:cxn>
                <a:cxn ang="0">
                  <a:pos x="647" y="1062"/>
                </a:cxn>
                <a:cxn ang="0">
                  <a:pos x="782" y="748"/>
                </a:cxn>
                <a:cxn ang="0">
                  <a:pos x="459" y="0"/>
                </a:cxn>
                <a:cxn ang="0">
                  <a:pos x="0" y="1062"/>
                </a:cxn>
              </a:cxnLst>
              <a:rect l="0" t="0" r="r" b="b"/>
              <a:pathLst>
                <a:path w="782" h="1062">
                  <a:moveTo>
                    <a:pt x="0" y="1062"/>
                  </a:moveTo>
                  <a:lnTo>
                    <a:pt x="647" y="1062"/>
                  </a:lnTo>
                  <a:lnTo>
                    <a:pt x="782" y="748"/>
                  </a:lnTo>
                  <a:lnTo>
                    <a:pt x="459" y="0"/>
                  </a:lnTo>
                  <a:lnTo>
                    <a:pt x="0" y="1062"/>
                  </a:lnTo>
                  <a:close/>
                </a:path>
              </a:pathLst>
            </a:custGeom>
            <a:solidFill>
              <a:srgbClr val="CF393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" name="Freeform 77"/>
            <p:cNvSpPr>
              <a:spLocks/>
            </p:cNvSpPr>
            <p:nvPr userDrawn="1"/>
          </p:nvSpPr>
          <p:spPr bwMode="auto">
            <a:xfrm>
              <a:off x="5663733" y="-3175"/>
              <a:ext cx="685800" cy="117316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327" y="739"/>
                </a:cxn>
                <a:cxn ang="0">
                  <a:pos x="432" y="496"/>
                </a:cxn>
                <a:cxn ang="0">
                  <a:pos x="210" y="0"/>
                </a:cxn>
                <a:cxn ang="0">
                  <a:pos x="0" y="0"/>
                </a:cxn>
              </a:cxnLst>
              <a:rect l="0" t="0" r="r" b="b"/>
              <a:pathLst>
                <a:path w="432" h="739">
                  <a:moveTo>
                    <a:pt x="0" y="0"/>
                  </a:moveTo>
                  <a:lnTo>
                    <a:pt x="0" y="0"/>
                  </a:lnTo>
                  <a:lnTo>
                    <a:pt x="327" y="739"/>
                  </a:lnTo>
                  <a:lnTo>
                    <a:pt x="432" y="496"/>
                  </a:lnTo>
                  <a:lnTo>
                    <a:pt x="21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393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9" name="Freeform 78"/>
            <p:cNvSpPr>
              <a:spLocks/>
            </p:cNvSpPr>
            <p:nvPr userDrawn="1"/>
          </p:nvSpPr>
          <p:spPr bwMode="auto">
            <a:xfrm>
              <a:off x="5987583" y="-3175"/>
              <a:ext cx="692150" cy="7874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22" y="496"/>
                </a:cxn>
                <a:cxn ang="0">
                  <a:pos x="436" y="0"/>
                </a:cxn>
                <a:cxn ang="0">
                  <a:pos x="0" y="0"/>
                </a:cxn>
              </a:cxnLst>
              <a:rect l="0" t="0" r="r" b="b"/>
              <a:pathLst>
                <a:path w="436" h="496">
                  <a:moveTo>
                    <a:pt x="0" y="0"/>
                  </a:moveTo>
                  <a:lnTo>
                    <a:pt x="222" y="496"/>
                  </a:lnTo>
                  <a:lnTo>
                    <a:pt x="43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6181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0" name="Freeform 79"/>
            <p:cNvSpPr>
              <a:spLocks/>
            </p:cNvSpPr>
            <p:nvPr userDrawn="1"/>
          </p:nvSpPr>
          <p:spPr bwMode="auto">
            <a:xfrm>
              <a:off x="5314483" y="-3175"/>
              <a:ext cx="877888" cy="2017713"/>
            </a:xfrm>
            <a:custGeom>
              <a:avLst/>
              <a:gdLst/>
              <a:ahLst/>
              <a:cxnLst>
                <a:cxn ang="0">
                  <a:pos x="0" y="523"/>
                </a:cxn>
                <a:cxn ang="0">
                  <a:pos x="323" y="1271"/>
                </a:cxn>
                <a:cxn ang="0">
                  <a:pos x="553" y="739"/>
                </a:cxn>
                <a:cxn ang="0">
                  <a:pos x="226" y="0"/>
                </a:cxn>
                <a:cxn ang="0">
                  <a:pos x="0" y="523"/>
                </a:cxn>
              </a:cxnLst>
              <a:rect l="0" t="0" r="r" b="b"/>
              <a:pathLst>
                <a:path w="553" h="1271">
                  <a:moveTo>
                    <a:pt x="0" y="523"/>
                  </a:moveTo>
                  <a:lnTo>
                    <a:pt x="323" y="1271"/>
                  </a:lnTo>
                  <a:lnTo>
                    <a:pt x="553" y="739"/>
                  </a:lnTo>
                  <a:lnTo>
                    <a:pt x="226" y="0"/>
                  </a:lnTo>
                  <a:lnTo>
                    <a:pt x="0" y="523"/>
                  </a:lnTo>
                  <a:close/>
                </a:path>
              </a:pathLst>
            </a:custGeom>
            <a:solidFill>
              <a:srgbClr val="AF1B18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1" name="Freeform 30"/>
            <p:cNvSpPr>
              <a:spLocks/>
            </p:cNvSpPr>
            <p:nvPr userDrawn="1"/>
          </p:nvSpPr>
          <p:spPr bwMode="auto">
            <a:xfrm>
              <a:off x="4965233" y="-3175"/>
              <a:ext cx="717550" cy="830263"/>
            </a:xfrm>
            <a:custGeom>
              <a:avLst/>
              <a:gdLst/>
              <a:ahLst/>
              <a:cxnLst>
                <a:cxn ang="0">
                  <a:pos x="452" y="0"/>
                </a:cxn>
                <a:cxn ang="0">
                  <a:pos x="452" y="0"/>
                </a:cxn>
                <a:cxn ang="0">
                  <a:pos x="0" y="0"/>
                </a:cxn>
                <a:cxn ang="0">
                  <a:pos x="226" y="523"/>
                </a:cxn>
                <a:cxn ang="0">
                  <a:pos x="447" y="7"/>
                </a:cxn>
                <a:cxn ang="0">
                  <a:pos x="452" y="0"/>
                </a:cxn>
              </a:cxnLst>
              <a:rect l="0" t="0" r="r" b="b"/>
              <a:pathLst>
                <a:path w="452" h="523">
                  <a:moveTo>
                    <a:pt x="452" y="0"/>
                  </a:moveTo>
                  <a:lnTo>
                    <a:pt x="452" y="0"/>
                  </a:lnTo>
                  <a:lnTo>
                    <a:pt x="0" y="0"/>
                  </a:lnTo>
                  <a:lnTo>
                    <a:pt x="226" y="523"/>
                  </a:lnTo>
                  <a:lnTo>
                    <a:pt x="447" y="7"/>
                  </a:lnTo>
                  <a:lnTo>
                    <a:pt x="452" y="0"/>
                  </a:lnTo>
                  <a:close/>
                </a:path>
              </a:pathLst>
            </a:custGeom>
            <a:solidFill>
              <a:srgbClr val="A21715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2" name="Freeform 31"/>
            <p:cNvSpPr>
              <a:spLocks/>
            </p:cNvSpPr>
            <p:nvPr userDrawn="1"/>
          </p:nvSpPr>
          <p:spPr bwMode="auto">
            <a:xfrm>
              <a:off x="3919071" y="-3175"/>
              <a:ext cx="1414463" cy="2516188"/>
            </a:xfrm>
            <a:custGeom>
              <a:avLst/>
              <a:gdLst/>
              <a:ahLst/>
              <a:cxnLst>
                <a:cxn ang="0">
                  <a:pos x="667" y="7"/>
                </a:cxn>
                <a:cxn ang="0">
                  <a:pos x="665" y="0"/>
                </a:cxn>
                <a:cxn ang="0">
                  <a:pos x="0" y="1585"/>
                </a:cxn>
                <a:cxn ang="0">
                  <a:pos x="432" y="1585"/>
                </a:cxn>
                <a:cxn ang="0">
                  <a:pos x="891" y="523"/>
                </a:cxn>
                <a:cxn ang="0">
                  <a:pos x="667" y="7"/>
                </a:cxn>
              </a:cxnLst>
              <a:rect l="0" t="0" r="r" b="b"/>
              <a:pathLst>
                <a:path w="891" h="1585">
                  <a:moveTo>
                    <a:pt x="667" y="7"/>
                  </a:moveTo>
                  <a:lnTo>
                    <a:pt x="665" y="0"/>
                  </a:lnTo>
                  <a:lnTo>
                    <a:pt x="0" y="1585"/>
                  </a:lnTo>
                  <a:lnTo>
                    <a:pt x="432" y="1585"/>
                  </a:lnTo>
                  <a:lnTo>
                    <a:pt x="891" y="523"/>
                  </a:lnTo>
                  <a:lnTo>
                    <a:pt x="667" y="7"/>
                  </a:lnTo>
                  <a:close/>
                </a:path>
              </a:pathLst>
            </a:custGeom>
            <a:solidFill>
              <a:srgbClr val="AF1B18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3" name="Freeform 32"/>
            <p:cNvSpPr>
              <a:spLocks/>
            </p:cNvSpPr>
            <p:nvPr userDrawn="1"/>
          </p:nvSpPr>
          <p:spPr bwMode="auto">
            <a:xfrm>
              <a:off x="2606208" y="-3175"/>
              <a:ext cx="2381250" cy="2516188"/>
            </a:xfrm>
            <a:custGeom>
              <a:avLst/>
              <a:gdLst/>
              <a:ahLst/>
              <a:cxnLst>
                <a:cxn ang="0">
                  <a:pos x="667" y="0"/>
                </a:cxn>
                <a:cxn ang="0">
                  <a:pos x="0" y="1585"/>
                </a:cxn>
                <a:cxn ang="0">
                  <a:pos x="833" y="1585"/>
                </a:cxn>
                <a:cxn ang="0">
                  <a:pos x="1500" y="0"/>
                </a:cxn>
                <a:cxn ang="0">
                  <a:pos x="667" y="0"/>
                </a:cxn>
              </a:cxnLst>
              <a:rect l="0" t="0" r="r" b="b"/>
              <a:pathLst>
                <a:path w="1500" h="1585">
                  <a:moveTo>
                    <a:pt x="667" y="0"/>
                  </a:moveTo>
                  <a:lnTo>
                    <a:pt x="0" y="1585"/>
                  </a:lnTo>
                  <a:lnTo>
                    <a:pt x="833" y="1585"/>
                  </a:lnTo>
                  <a:lnTo>
                    <a:pt x="1500" y="0"/>
                  </a:lnTo>
                  <a:lnTo>
                    <a:pt x="667" y="0"/>
                  </a:lnTo>
                  <a:close/>
                </a:path>
              </a:pathLst>
            </a:custGeom>
            <a:solidFill>
              <a:srgbClr val="CF393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grpSp>
        <p:nvGrpSpPr>
          <p:cNvPr id="85" name="Group 84"/>
          <p:cNvGrpSpPr/>
          <p:nvPr userDrawn="1"/>
        </p:nvGrpSpPr>
        <p:grpSpPr>
          <a:xfrm>
            <a:off x="7786024" y="310690"/>
            <a:ext cx="1839368" cy="386336"/>
            <a:chOff x="7740649" y="378000"/>
            <a:chExt cx="1839368" cy="386336"/>
          </a:xfrm>
        </p:grpSpPr>
        <p:pic>
          <p:nvPicPr>
            <p:cNvPr id="86" name="Picture 3" descr="O:\Logo_Library\N\NOMURA\A4\NOMURA_A4_CMYK_WHITE.emf"/>
            <p:cNvPicPr>
              <a:picLocks noChangeAspect="1" noChangeArrowheads="1"/>
            </p:cNvPicPr>
            <p:nvPr userDrawn="1"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8319877" y="378000"/>
              <a:ext cx="1260140" cy="216024"/>
            </a:xfrm>
            <a:prstGeom prst="rect">
              <a:avLst/>
            </a:prstGeom>
            <a:noFill/>
          </p:spPr>
        </p:pic>
        <p:sp>
          <p:nvSpPr>
            <p:cNvPr id="87" name="TextBox 86"/>
            <p:cNvSpPr txBox="1"/>
            <p:nvPr userDrawn="1"/>
          </p:nvSpPr>
          <p:spPr bwMode="white">
            <a:xfrm>
              <a:off x="7740649" y="625837"/>
              <a:ext cx="1809115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900" i="1" dirty="0" smtClean="0">
                  <a:solidFill>
                    <a:schemeClr val="bg1"/>
                  </a:solidFill>
                </a:rPr>
                <a:t>Connecting</a:t>
              </a:r>
              <a:r>
                <a:rPr lang="en-GB" sz="900" i="1" baseline="0" dirty="0" smtClean="0">
                  <a:solidFill>
                    <a:schemeClr val="bg1"/>
                  </a:solidFill>
                </a:rPr>
                <a:t> Markets East &amp; West</a:t>
              </a:r>
              <a:endParaRPr lang="en-GB" sz="900" i="1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Nomura Standard Full Imag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\\Europe\Data\Creative_Media\02001-03000\02154 Landor Project\PowerPoint Template\Assets\200339868_PPT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905752" cy="6858000"/>
          </a:xfrm>
          <a:prstGeom prst="rect">
            <a:avLst/>
          </a:prstGeom>
          <a:noFill/>
        </p:spPr>
      </p:pic>
      <p:sp>
        <p:nvSpPr>
          <p:cNvPr id="18" name="Text Placeholder 17"/>
          <p:cNvSpPr>
            <a:spLocks noGrp="1"/>
          </p:cNvSpPr>
          <p:nvPr>
            <p:ph type="body" sz="quarter" idx="10" hasCustomPrompt="1"/>
          </p:nvPr>
        </p:nvSpPr>
        <p:spPr>
          <a:xfrm>
            <a:off x="266400" y="3888000"/>
            <a:ext cx="7200000" cy="507600"/>
          </a:xfrm>
          <a:prstGeom prst="rect">
            <a:avLst/>
          </a:prstGeom>
        </p:spPr>
        <p:txBody>
          <a:bodyPr lIns="0" tIns="72000" rIns="0" bIns="0" anchor="t" anchorCtr="0"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1" baseline="0">
                <a:ea typeface="MS PGothic" pitchFamily="34" charset="-128"/>
              </a:defRPr>
            </a:lvl1pPr>
          </a:lstStyle>
          <a:p>
            <a:pPr lvl="0"/>
            <a:r>
              <a:rPr lang="en-US" dirty="0" smtClean="0"/>
              <a:t>Enter your subtitle here</a:t>
            </a:r>
            <a:endParaRPr lang="en-GB" dirty="0"/>
          </a:p>
        </p:txBody>
      </p:sp>
      <p:sp>
        <p:nvSpPr>
          <p:cNvPr id="16" name="Title 15"/>
          <p:cNvSpPr>
            <a:spLocks noGrp="1"/>
          </p:cNvSpPr>
          <p:nvPr>
            <p:ph type="title" hasCustomPrompt="1"/>
          </p:nvPr>
        </p:nvSpPr>
        <p:spPr>
          <a:xfrm>
            <a:off x="266400" y="2880000"/>
            <a:ext cx="7200000" cy="858952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lnSpc>
                <a:spcPct val="120000"/>
              </a:lnSpc>
              <a:defRPr sz="2400" baseline="0">
                <a:ea typeface="MS PGothic" pitchFamily="34" charset="-128"/>
              </a:defRPr>
            </a:lvl1pPr>
          </a:lstStyle>
          <a:p>
            <a:r>
              <a:rPr lang="en-US" dirty="0" smtClean="0"/>
              <a:t>Enter your title here</a:t>
            </a:r>
            <a:endParaRPr lang="en-GB" dirty="0"/>
          </a:p>
        </p:txBody>
      </p:sp>
      <p:sp>
        <p:nvSpPr>
          <p:cNvPr id="15" name="Text Placeholder 17"/>
          <p:cNvSpPr>
            <a:spLocks noGrp="1"/>
          </p:cNvSpPr>
          <p:nvPr>
            <p:ph type="body" sz="quarter" idx="13" hasCustomPrompt="1"/>
          </p:nvPr>
        </p:nvSpPr>
        <p:spPr>
          <a:xfrm>
            <a:off x="266400" y="6453336"/>
            <a:ext cx="3960440" cy="239907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00" b="0" baseline="0">
                <a:ea typeface="MS PGothic" pitchFamily="34" charset="-128"/>
              </a:defRPr>
            </a:lvl1pPr>
          </a:lstStyle>
          <a:p>
            <a:pPr lvl="0"/>
            <a:r>
              <a:rPr lang="en-US" dirty="0" smtClean="0"/>
              <a:t>Enter date here</a:t>
            </a:r>
            <a:endParaRPr lang="en-GB" dirty="0"/>
          </a:p>
        </p:txBody>
      </p:sp>
      <p:sp>
        <p:nvSpPr>
          <p:cNvPr id="20" name="Text Placeholder 18"/>
          <p:cNvSpPr>
            <a:spLocks noGrp="1"/>
          </p:cNvSpPr>
          <p:nvPr>
            <p:ph type="body" sz="quarter" idx="14" hasCustomPrompt="1"/>
          </p:nvPr>
        </p:nvSpPr>
        <p:spPr>
          <a:xfrm>
            <a:off x="7164466" y="4869160"/>
            <a:ext cx="2448272" cy="1223417"/>
          </a:xfrm>
          <a:prstGeom prst="rect">
            <a:avLst/>
          </a:prstGeom>
        </p:spPr>
        <p:txBody>
          <a:bodyPr anchor="ctr" anchorCtr="0"/>
          <a:lstStyle>
            <a:lvl1pPr algn="r">
              <a:defRPr baseline="0"/>
            </a:lvl1pPr>
          </a:lstStyle>
          <a:p>
            <a:pPr lvl="0"/>
            <a:r>
              <a:rPr lang="en-GB" dirty="0" smtClean="0"/>
              <a:t>Client logo here</a:t>
            </a:r>
            <a:endParaRPr lang="en-GB" dirty="0"/>
          </a:p>
        </p:txBody>
      </p:sp>
      <p:sp>
        <p:nvSpPr>
          <p:cNvPr id="21" name="Text Box 11"/>
          <p:cNvSpPr txBox="1">
            <a:spLocks noChangeArrowheads="1"/>
          </p:cNvSpPr>
          <p:nvPr userDrawn="1"/>
        </p:nvSpPr>
        <p:spPr bwMode="ltGray">
          <a:xfrm>
            <a:off x="7374363" y="6315223"/>
            <a:ext cx="2238375" cy="138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b">
            <a:spAutoFit/>
          </a:bodyPr>
          <a:lstStyle/>
          <a:p>
            <a:pPr algn="r">
              <a:defRPr/>
            </a:pPr>
            <a:r>
              <a:rPr kumimoji="0" lang="en-GB" altLang="ja-JP" sz="900" baseline="0" dirty="0">
                <a:ea typeface="ＭＳ Ｐゴシック" pitchFamily="50" charset="-128"/>
                <a:cs typeface="Arial" charset="0"/>
              </a:rPr>
              <a:t>STRICTLY PRIVATE AND CONFIDENTIAL</a:t>
            </a:r>
          </a:p>
        </p:txBody>
      </p:sp>
      <p:sp>
        <p:nvSpPr>
          <p:cNvPr id="22" name="Text Placeholder 31"/>
          <p:cNvSpPr>
            <a:spLocks noGrp="1"/>
          </p:cNvSpPr>
          <p:nvPr>
            <p:ph type="body" sz="quarter" idx="16" hasCustomPrompt="1"/>
          </p:nvPr>
        </p:nvSpPr>
        <p:spPr>
          <a:xfrm>
            <a:off x="266400" y="4869160"/>
            <a:ext cx="3960440" cy="792088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00" baseline="0">
                <a:ea typeface="MS PGothic" pitchFamily="34" charset="-128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 smtClean="0"/>
              <a:t>Business Division</a:t>
            </a:r>
            <a:br>
              <a:rPr lang="en-US" dirty="0" smtClean="0"/>
            </a:br>
            <a:r>
              <a:rPr lang="en-US" dirty="0" smtClean="0"/>
              <a:t>Business Subdivision</a:t>
            </a:r>
            <a:br>
              <a:rPr lang="en-US" dirty="0" smtClean="0"/>
            </a:br>
            <a:r>
              <a:rPr lang="en-US" dirty="0" smtClean="0"/>
              <a:t>Region Label</a:t>
            </a:r>
            <a:endParaRPr lang="en-GB" dirty="0"/>
          </a:p>
        </p:txBody>
      </p:sp>
      <p:sp>
        <p:nvSpPr>
          <p:cNvPr id="23" name="Text Placeholder 31"/>
          <p:cNvSpPr>
            <a:spLocks noGrp="1"/>
          </p:cNvSpPr>
          <p:nvPr>
            <p:ph type="body" sz="quarter" idx="17" hasCustomPrompt="1"/>
          </p:nvPr>
        </p:nvSpPr>
        <p:spPr>
          <a:xfrm>
            <a:off x="266400" y="5821288"/>
            <a:ext cx="3960440" cy="472008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00" baseline="0">
                <a:ea typeface="MS PGothic" pitchFamily="34" charset="-128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 smtClean="0"/>
              <a:t>Author / Presenter name</a:t>
            </a:r>
            <a:br>
              <a:rPr lang="en-US" dirty="0" smtClean="0"/>
            </a:br>
            <a:r>
              <a:rPr lang="en-US" dirty="0" smtClean="0"/>
              <a:t>Author / Presenter name</a:t>
            </a:r>
            <a:endParaRPr lang="en-GB" dirty="0"/>
          </a:p>
        </p:txBody>
      </p:sp>
      <p:sp>
        <p:nvSpPr>
          <p:cNvPr id="24" name="Text Box 11"/>
          <p:cNvSpPr txBox="1">
            <a:spLocks noChangeArrowheads="1"/>
          </p:cNvSpPr>
          <p:nvPr userDrawn="1"/>
        </p:nvSpPr>
        <p:spPr bwMode="ltGray">
          <a:xfrm>
            <a:off x="9085350" y="6577299"/>
            <a:ext cx="527388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b">
            <a:spAutoFit/>
          </a:bodyPr>
          <a:lstStyle/>
          <a:p>
            <a:pPr algn="r">
              <a:defRPr/>
            </a:pPr>
            <a:r>
              <a:rPr kumimoji="0" lang="en-GB" altLang="ja-JP" sz="900" baseline="0" dirty="0" smtClean="0">
                <a:ea typeface="ＭＳ Ｐゴシック" pitchFamily="50" charset="-128"/>
                <a:cs typeface="Arial" charset="0"/>
              </a:rPr>
              <a:t>© Nomura</a:t>
            </a:r>
            <a:endParaRPr kumimoji="0" lang="en-GB" altLang="ja-JP" sz="900" baseline="0" dirty="0">
              <a:ea typeface="ＭＳ Ｐゴシック" pitchFamily="50" charset="-128"/>
              <a:cs typeface="Arial" charset="0"/>
            </a:endParaRPr>
          </a:p>
        </p:txBody>
      </p:sp>
      <p:grpSp>
        <p:nvGrpSpPr>
          <p:cNvPr id="62" name="Group 61"/>
          <p:cNvGrpSpPr/>
          <p:nvPr userDrawn="1"/>
        </p:nvGrpSpPr>
        <p:grpSpPr>
          <a:xfrm>
            <a:off x="2606208" y="-18000"/>
            <a:ext cx="7299545" cy="2525713"/>
            <a:chOff x="2606208" y="0"/>
            <a:chExt cx="7299545" cy="2525713"/>
          </a:xfrm>
        </p:grpSpPr>
        <p:sp>
          <p:nvSpPr>
            <p:cNvPr id="49" name="Freeform 19"/>
            <p:cNvSpPr>
              <a:spLocks/>
            </p:cNvSpPr>
            <p:nvPr userDrawn="1"/>
          </p:nvSpPr>
          <p:spPr bwMode="auto">
            <a:xfrm>
              <a:off x="2628433" y="0"/>
              <a:ext cx="2370138" cy="2509838"/>
            </a:xfrm>
            <a:custGeom>
              <a:avLst/>
              <a:gdLst/>
              <a:ahLst/>
              <a:cxnLst>
                <a:cxn ang="0">
                  <a:pos x="1493" y="0"/>
                </a:cxn>
                <a:cxn ang="0">
                  <a:pos x="663" y="0"/>
                </a:cxn>
                <a:cxn ang="0">
                  <a:pos x="0" y="1581"/>
                </a:cxn>
                <a:cxn ang="0">
                  <a:pos x="832" y="1581"/>
                </a:cxn>
                <a:cxn ang="0">
                  <a:pos x="1493" y="0"/>
                </a:cxn>
              </a:cxnLst>
              <a:rect l="0" t="0" r="r" b="b"/>
              <a:pathLst>
                <a:path w="1493" h="1581">
                  <a:moveTo>
                    <a:pt x="1493" y="0"/>
                  </a:moveTo>
                  <a:lnTo>
                    <a:pt x="663" y="0"/>
                  </a:lnTo>
                  <a:lnTo>
                    <a:pt x="0" y="1581"/>
                  </a:lnTo>
                  <a:lnTo>
                    <a:pt x="832" y="1581"/>
                  </a:lnTo>
                  <a:lnTo>
                    <a:pt x="1493" y="0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0" name="Freeform 24"/>
            <p:cNvSpPr>
              <a:spLocks/>
            </p:cNvSpPr>
            <p:nvPr userDrawn="1"/>
          </p:nvSpPr>
          <p:spPr bwMode="auto">
            <a:xfrm>
              <a:off x="6330482" y="9525"/>
              <a:ext cx="3575271" cy="2516188"/>
            </a:xfrm>
            <a:custGeom>
              <a:avLst/>
              <a:gdLst>
                <a:gd name="connsiteX0" fmla="*/ 0 w 10328"/>
                <a:gd name="connsiteY0" fmla="*/ 3129 h 10000"/>
                <a:gd name="connsiteX1" fmla="*/ 1340 w 10328"/>
                <a:gd name="connsiteY1" fmla="*/ 10000 h 10000"/>
                <a:gd name="connsiteX2" fmla="*/ 10328 w 10328"/>
                <a:gd name="connsiteY2" fmla="*/ 10000 h 10000"/>
                <a:gd name="connsiteX3" fmla="*/ 10000 w 10328"/>
                <a:gd name="connsiteY3" fmla="*/ 0 h 10000"/>
                <a:gd name="connsiteX4" fmla="*/ 594 w 10328"/>
                <a:gd name="connsiteY4" fmla="*/ 0 h 10000"/>
                <a:gd name="connsiteX5" fmla="*/ 0 w 10328"/>
                <a:gd name="connsiteY5" fmla="*/ 3129 h 10000"/>
                <a:gd name="connsiteX0" fmla="*/ 0 w 10437"/>
                <a:gd name="connsiteY0" fmla="*/ 3129 h 10000"/>
                <a:gd name="connsiteX1" fmla="*/ 1340 w 10437"/>
                <a:gd name="connsiteY1" fmla="*/ 10000 h 10000"/>
                <a:gd name="connsiteX2" fmla="*/ 10328 w 10437"/>
                <a:gd name="connsiteY2" fmla="*/ 10000 h 10000"/>
                <a:gd name="connsiteX3" fmla="*/ 10328 w 10437"/>
                <a:gd name="connsiteY3" fmla="*/ 0 h 10000"/>
                <a:gd name="connsiteX4" fmla="*/ 594 w 10437"/>
                <a:gd name="connsiteY4" fmla="*/ 0 h 10000"/>
                <a:gd name="connsiteX5" fmla="*/ 0 w 10437"/>
                <a:gd name="connsiteY5" fmla="*/ 3129 h 10000"/>
                <a:gd name="connsiteX0" fmla="*/ 0 w 10437"/>
                <a:gd name="connsiteY0" fmla="*/ 3129 h 10000"/>
                <a:gd name="connsiteX1" fmla="*/ 1340 w 10437"/>
                <a:gd name="connsiteY1" fmla="*/ 10000 h 10000"/>
                <a:gd name="connsiteX2" fmla="*/ 10328 w 10437"/>
                <a:gd name="connsiteY2" fmla="*/ 10000 h 10000"/>
                <a:gd name="connsiteX3" fmla="*/ 10328 w 10437"/>
                <a:gd name="connsiteY3" fmla="*/ 0 h 10000"/>
                <a:gd name="connsiteX4" fmla="*/ 594 w 10437"/>
                <a:gd name="connsiteY4" fmla="*/ 0 h 10000"/>
                <a:gd name="connsiteX5" fmla="*/ 0 w 10437"/>
                <a:gd name="connsiteY5" fmla="*/ 3129 h 10000"/>
                <a:gd name="connsiteX0" fmla="*/ 0 w 10437"/>
                <a:gd name="connsiteY0" fmla="*/ 3129 h 10000"/>
                <a:gd name="connsiteX1" fmla="*/ 1340 w 10437"/>
                <a:gd name="connsiteY1" fmla="*/ 10000 h 10000"/>
                <a:gd name="connsiteX2" fmla="*/ 10328 w 10437"/>
                <a:gd name="connsiteY2" fmla="*/ 10000 h 10000"/>
                <a:gd name="connsiteX3" fmla="*/ 10328 w 10437"/>
                <a:gd name="connsiteY3" fmla="*/ 0 h 10000"/>
                <a:gd name="connsiteX4" fmla="*/ 594 w 10437"/>
                <a:gd name="connsiteY4" fmla="*/ 0 h 10000"/>
                <a:gd name="connsiteX5" fmla="*/ 0 w 10437"/>
                <a:gd name="connsiteY5" fmla="*/ 3129 h 10000"/>
                <a:gd name="connsiteX0" fmla="*/ 0 w 10328"/>
                <a:gd name="connsiteY0" fmla="*/ 3129 h 10000"/>
                <a:gd name="connsiteX1" fmla="*/ 1340 w 10328"/>
                <a:gd name="connsiteY1" fmla="*/ 10000 h 10000"/>
                <a:gd name="connsiteX2" fmla="*/ 10328 w 10328"/>
                <a:gd name="connsiteY2" fmla="*/ 10000 h 10000"/>
                <a:gd name="connsiteX3" fmla="*/ 10328 w 10328"/>
                <a:gd name="connsiteY3" fmla="*/ 0 h 10000"/>
                <a:gd name="connsiteX4" fmla="*/ 594 w 10328"/>
                <a:gd name="connsiteY4" fmla="*/ 0 h 10000"/>
                <a:gd name="connsiteX5" fmla="*/ 0 w 10328"/>
                <a:gd name="connsiteY5" fmla="*/ 3129 h 10000"/>
                <a:gd name="connsiteX0" fmla="*/ 0 w 10328"/>
                <a:gd name="connsiteY0" fmla="*/ 3129 h 10000"/>
                <a:gd name="connsiteX1" fmla="*/ 1340 w 10328"/>
                <a:gd name="connsiteY1" fmla="*/ 10000 h 10000"/>
                <a:gd name="connsiteX2" fmla="*/ 10328 w 10328"/>
                <a:gd name="connsiteY2" fmla="*/ 10000 h 10000"/>
                <a:gd name="connsiteX3" fmla="*/ 6249 w 10328"/>
                <a:gd name="connsiteY3" fmla="*/ 13 h 10000"/>
                <a:gd name="connsiteX4" fmla="*/ 594 w 10328"/>
                <a:gd name="connsiteY4" fmla="*/ 0 h 10000"/>
                <a:gd name="connsiteX5" fmla="*/ 0 w 10328"/>
                <a:gd name="connsiteY5" fmla="*/ 3129 h 10000"/>
                <a:gd name="connsiteX0" fmla="*/ 0 w 6249"/>
                <a:gd name="connsiteY0" fmla="*/ 3129 h 10000"/>
                <a:gd name="connsiteX1" fmla="*/ 1340 w 6249"/>
                <a:gd name="connsiteY1" fmla="*/ 10000 h 10000"/>
                <a:gd name="connsiteX2" fmla="*/ 6249 w 6249"/>
                <a:gd name="connsiteY2" fmla="*/ 10000 h 10000"/>
                <a:gd name="connsiteX3" fmla="*/ 6249 w 6249"/>
                <a:gd name="connsiteY3" fmla="*/ 13 h 10000"/>
                <a:gd name="connsiteX4" fmla="*/ 594 w 6249"/>
                <a:gd name="connsiteY4" fmla="*/ 0 h 10000"/>
                <a:gd name="connsiteX5" fmla="*/ 0 w 6249"/>
                <a:gd name="connsiteY5" fmla="*/ 3129 h 10000"/>
                <a:gd name="connsiteX0" fmla="*/ 0 w 10000"/>
                <a:gd name="connsiteY0" fmla="*/ 3129 h 10000"/>
                <a:gd name="connsiteX1" fmla="*/ 2144 w 10000"/>
                <a:gd name="connsiteY1" fmla="*/ 10000 h 10000"/>
                <a:gd name="connsiteX2" fmla="*/ 10000 w 10000"/>
                <a:gd name="connsiteY2" fmla="*/ 10000 h 10000"/>
                <a:gd name="connsiteX3" fmla="*/ 10000 w 10000"/>
                <a:gd name="connsiteY3" fmla="*/ 0 h 10000"/>
                <a:gd name="connsiteX4" fmla="*/ 951 w 10000"/>
                <a:gd name="connsiteY4" fmla="*/ 0 h 10000"/>
                <a:gd name="connsiteX5" fmla="*/ 0 w 10000"/>
                <a:gd name="connsiteY5" fmla="*/ 3129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0" h="10000">
                  <a:moveTo>
                    <a:pt x="0" y="3129"/>
                  </a:moveTo>
                  <a:lnTo>
                    <a:pt x="2144" y="10000"/>
                  </a:lnTo>
                  <a:lnTo>
                    <a:pt x="10000" y="10000"/>
                  </a:lnTo>
                  <a:lnTo>
                    <a:pt x="10000" y="0"/>
                  </a:lnTo>
                  <a:lnTo>
                    <a:pt x="951" y="0"/>
                  </a:lnTo>
                  <a:lnTo>
                    <a:pt x="0" y="3129"/>
                  </a:lnTo>
                  <a:close/>
                </a:path>
              </a:pathLst>
            </a:custGeom>
            <a:solidFill>
              <a:srgbClr val="CA242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1" name="Freeform 25"/>
            <p:cNvSpPr>
              <a:spLocks/>
            </p:cNvSpPr>
            <p:nvPr userDrawn="1"/>
          </p:nvSpPr>
          <p:spPr bwMode="auto">
            <a:xfrm>
              <a:off x="5824071" y="1182688"/>
              <a:ext cx="963613" cy="1343025"/>
            </a:xfrm>
            <a:custGeom>
              <a:avLst/>
              <a:gdLst/>
              <a:ahLst/>
              <a:cxnLst>
                <a:cxn ang="0">
                  <a:pos x="135" y="846"/>
                </a:cxn>
                <a:cxn ang="0">
                  <a:pos x="607" y="846"/>
                </a:cxn>
                <a:cxn ang="0">
                  <a:pos x="230" y="0"/>
                </a:cxn>
                <a:cxn ang="0">
                  <a:pos x="0" y="532"/>
                </a:cxn>
                <a:cxn ang="0">
                  <a:pos x="135" y="846"/>
                </a:cxn>
              </a:cxnLst>
              <a:rect l="0" t="0" r="r" b="b"/>
              <a:pathLst>
                <a:path w="607" h="846">
                  <a:moveTo>
                    <a:pt x="135" y="846"/>
                  </a:moveTo>
                  <a:lnTo>
                    <a:pt x="607" y="846"/>
                  </a:lnTo>
                  <a:lnTo>
                    <a:pt x="230" y="0"/>
                  </a:lnTo>
                  <a:lnTo>
                    <a:pt x="0" y="532"/>
                  </a:lnTo>
                  <a:lnTo>
                    <a:pt x="135" y="846"/>
                  </a:lnTo>
                  <a:close/>
                </a:path>
              </a:pathLst>
            </a:custGeom>
            <a:solidFill>
              <a:srgbClr val="CA242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2" name="Freeform 51"/>
            <p:cNvSpPr>
              <a:spLocks/>
            </p:cNvSpPr>
            <p:nvPr userDrawn="1"/>
          </p:nvSpPr>
          <p:spPr bwMode="auto">
            <a:xfrm>
              <a:off x="4595346" y="839788"/>
              <a:ext cx="1241425" cy="1685925"/>
            </a:xfrm>
            <a:custGeom>
              <a:avLst/>
              <a:gdLst/>
              <a:ahLst/>
              <a:cxnLst>
                <a:cxn ang="0">
                  <a:pos x="0" y="1062"/>
                </a:cxn>
                <a:cxn ang="0">
                  <a:pos x="647" y="1062"/>
                </a:cxn>
                <a:cxn ang="0">
                  <a:pos x="782" y="748"/>
                </a:cxn>
                <a:cxn ang="0">
                  <a:pos x="459" y="0"/>
                </a:cxn>
                <a:cxn ang="0">
                  <a:pos x="0" y="1062"/>
                </a:cxn>
              </a:cxnLst>
              <a:rect l="0" t="0" r="r" b="b"/>
              <a:pathLst>
                <a:path w="782" h="1062">
                  <a:moveTo>
                    <a:pt x="0" y="1062"/>
                  </a:moveTo>
                  <a:lnTo>
                    <a:pt x="647" y="1062"/>
                  </a:lnTo>
                  <a:lnTo>
                    <a:pt x="782" y="748"/>
                  </a:lnTo>
                  <a:lnTo>
                    <a:pt x="459" y="0"/>
                  </a:lnTo>
                  <a:lnTo>
                    <a:pt x="0" y="1062"/>
                  </a:lnTo>
                  <a:close/>
                </a:path>
              </a:pathLst>
            </a:custGeom>
            <a:solidFill>
              <a:srgbClr val="CF393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3" name="Freeform 52"/>
            <p:cNvSpPr>
              <a:spLocks/>
            </p:cNvSpPr>
            <p:nvPr userDrawn="1"/>
          </p:nvSpPr>
          <p:spPr bwMode="auto">
            <a:xfrm>
              <a:off x="5663733" y="9525"/>
              <a:ext cx="685800" cy="117316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327" y="739"/>
                </a:cxn>
                <a:cxn ang="0">
                  <a:pos x="432" y="496"/>
                </a:cxn>
                <a:cxn ang="0">
                  <a:pos x="210" y="0"/>
                </a:cxn>
                <a:cxn ang="0">
                  <a:pos x="0" y="0"/>
                </a:cxn>
              </a:cxnLst>
              <a:rect l="0" t="0" r="r" b="b"/>
              <a:pathLst>
                <a:path w="432" h="739">
                  <a:moveTo>
                    <a:pt x="0" y="0"/>
                  </a:moveTo>
                  <a:lnTo>
                    <a:pt x="0" y="0"/>
                  </a:lnTo>
                  <a:lnTo>
                    <a:pt x="327" y="739"/>
                  </a:lnTo>
                  <a:lnTo>
                    <a:pt x="432" y="496"/>
                  </a:lnTo>
                  <a:lnTo>
                    <a:pt x="21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393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4" name="Freeform 53"/>
            <p:cNvSpPr>
              <a:spLocks/>
            </p:cNvSpPr>
            <p:nvPr userDrawn="1"/>
          </p:nvSpPr>
          <p:spPr bwMode="auto">
            <a:xfrm>
              <a:off x="5987583" y="9525"/>
              <a:ext cx="692150" cy="7874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22" y="496"/>
                </a:cxn>
                <a:cxn ang="0">
                  <a:pos x="436" y="0"/>
                </a:cxn>
                <a:cxn ang="0">
                  <a:pos x="0" y="0"/>
                </a:cxn>
              </a:cxnLst>
              <a:rect l="0" t="0" r="r" b="b"/>
              <a:pathLst>
                <a:path w="436" h="496">
                  <a:moveTo>
                    <a:pt x="0" y="0"/>
                  </a:moveTo>
                  <a:lnTo>
                    <a:pt x="222" y="496"/>
                  </a:lnTo>
                  <a:lnTo>
                    <a:pt x="43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6181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5" name="Freeform 54"/>
            <p:cNvSpPr>
              <a:spLocks/>
            </p:cNvSpPr>
            <p:nvPr userDrawn="1"/>
          </p:nvSpPr>
          <p:spPr bwMode="auto">
            <a:xfrm>
              <a:off x="5314483" y="9525"/>
              <a:ext cx="877888" cy="2017713"/>
            </a:xfrm>
            <a:custGeom>
              <a:avLst/>
              <a:gdLst/>
              <a:ahLst/>
              <a:cxnLst>
                <a:cxn ang="0">
                  <a:pos x="0" y="523"/>
                </a:cxn>
                <a:cxn ang="0">
                  <a:pos x="323" y="1271"/>
                </a:cxn>
                <a:cxn ang="0">
                  <a:pos x="553" y="739"/>
                </a:cxn>
                <a:cxn ang="0">
                  <a:pos x="226" y="0"/>
                </a:cxn>
                <a:cxn ang="0">
                  <a:pos x="0" y="523"/>
                </a:cxn>
              </a:cxnLst>
              <a:rect l="0" t="0" r="r" b="b"/>
              <a:pathLst>
                <a:path w="553" h="1271">
                  <a:moveTo>
                    <a:pt x="0" y="523"/>
                  </a:moveTo>
                  <a:lnTo>
                    <a:pt x="323" y="1271"/>
                  </a:lnTo>
                  <a:lnTo>
                    <a:pt x="553" y="739"/>
                  </a:lnTo>
                  <a:lnTo>
                    <a:pt x="226" y="0"/>
                  </a:lnTo>
                  <a:lnTo>
                    <a:pt x="0" y="523"/>
                  </a:lnTo>
                  <a:close/>
                </a:path>
              </a:pathLst>
            </a:custGeom>
            <a:solidFill>
              <a:srgbClr val="AF1B18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6" name="Freeform 30"/>
            <p:cNvSpPr>
              <a:spLocks/>
            </p:cNvSpPr>
            <p:nvPr userDrawn="1"/>
          </p:nvSpPr>
          <p:spPr bwMode="auto">
            <a:xfrm>
              <a:off x="4965233" y="9525"/>
              <a:ext cx="717550" cy="830263"/>
            </a:xfrm>
            <a:custGeom>
              <a:avLst/>
              <a:gdLst/>
              <a:ahLst/>
              <a:cxnLst>
                <a:cxn ang="0">
                  <a:pos x="452" y="0"/>
                </a:cxn>
                <a:cxn ang="0">
                  <a:pos x="452" y="0"/>
                </a:cxn>
                <a:cxn ang="0">
                  <a:pos x="0" y="0"/>
                </a:cxn>
                <a:cxn ang="0">
                  <a:pos x="226" y="523"/>
                </a:cxn>
                <a:cxn ang="0">
                  <a:pos x="447" y="7"/>
                </a:cxn>
                <a:cxn ang="0">
                  <a:pos x="452" y="0"/>
                </a:cxn>
              </a:cxnLst>
              <a:rect l="0" t="0" r="r" b="b"/>
              <a:pathLst>
                <a:path w="452" h="523">
                  <a:moveTo>
                    <a:pt x="452" y="0"/>
                  </a:moveTo>
                  <a:lnTo>
                    <a:pt x="452" y="0"/>
                  </a:lnTo>
                  <a:lnTo>
                    <a:pt x="0" y="0"/>
                  </a:lnTo>
                  <a:lnTo>
                    <a:pt x="226" y="523"/>
                  </a:lnTo>
                  <a:lnTo>
                    <a:pt x="447" y="7"/>
                  </a:lnTo>
                  <a:lnTo>
                    <a:pt x="452" y="0"/>
                  </a:lnTo>
                  <a:close/>
                </a:path>
              </a:pathLst>
            </a:custGeom>
            <a:solidFill>
              <a:srgbClr val="A21715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7" name="Freeform 31"/>
            <p:cNvSpPr>
              <a:spLocks/>
            </p:cNvSpPr>
            <p:nvPr userDrawn="1"/>
          </p:nvSpPr>
          <p:spPr bwMode="auto">
            <a:xfrm>
              <a:off x="3919071" y="9525"/>
              <a:ext cx="1414463" cy="2516188"/>
            </a:xfrm>
            <a:custGeom>
              <a:avLst/>
              <a:gdLst/>
              <a:ahLst/>
              <a:cxnLst>
                <a:cxn ang="0">
                  <a:pos x="667" y="7"/>
                </a:cxn>
                <a:cxn ang="0">
                  <a:pos x="665" y="0"/>
                </a:cxn>
                <a:cxn ang="0">
                  <a:pos x="0" y="1585"/>
                </a:cxn>
                <a:cxn ang="0">
                  <a:pos x="432" y="1585"/>
                </a:cxn>
                <a:cxn ang="0">
                  <a:pos x="891" y="523"/>
                </a:cxn>
                <a:cxn ang="0">
                  <a:pos x="667" y="7"/>
                </a:cxn>
              </a:cxnLst>
              <a:rect l="0" t="0" r="r" b="b"/>
              <a:pathLst>
                <a:path w="891" h="1585">
                  <a:moveTo>
                    <a:pt x="667" y="7"/>
                  </a:moveTo>
                  <a:lnTo>
                    <a:pt x="665" y="0"/>
                  </a:lnTo>
                  <a:lnTo>
                    <a:pt x="0" y="1585"/>
                  </a:lnTo>
                  <a:lnTo>
                    <a:pt x="432" y="1585"/>
                  </a:lnTo>
                  <a:lnTo>
                    <a:pt x="891" y="523"/>
                  </a:lnTo>
                  <a:lnTo>
                    <a:pt x="667" y="7"/>
                  </a:lnTo>
                  <a:close/>
                </a:path>
              </a:pathLst>
            </a:custGeom>
            <a:solidFill>
              <a:srgbClr val="AF1B18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" name="Freeform 32"/>
            <p:cNvSpPr>
              <a:spLocks/>
            </p:cNvSpPr>
            <p:nvPr userDrawn="1"/>
          </p:nvSpPr>
          <p:spPr bwMode="auto">
            <a:xfrm>
              <a:off x="2606208" y="9525"/>
              <a:ext cx="2381250" cy="2516188"/>
            </a:xfrm>
            <a:custGeom>
              <a:avLst/>
              <a:gdLst/>
              <a:ahLst/>
              <a:cxnLst>
                <a:cxn ang="0">
                  <a:pos x="667" y="0"/>
                </a:cxn>
                <a:cxn ang="0">
                  <a:pos x="0" y="1585"/>
                </a:cxn>
                <a:cxn ang="0">
                  <a:pos x="833" y="1585"/>
                </a:cxn>
                <a:cxn ang="0">
                  <a:pos x="1500" y="0"/>
                </a:cxn>
                <a:cxn ang="0">
                  <a:pos x="667" y="0"/>
                </a:cxn>
              </a:cxnLst>
              <a:rect l="0" t="0" r="r" b="b"/>
              <a:pathLst>
                <a:path w="1500" h="1585">
                  <a:moveTo>
                    <a:pt x="667" y="0"/>
                  </a:moveTo>
                  <a:lnTo>
                    <a:pt x="0" y="1585"/>
                  </a:lnTo>
                  <a:lnTo>
                    <a:pt x="833" y="1585"/>
                  </a:lnTo>
                  <a:lnTo>
                    <a:pt x="1500" y="0"/>
                  </a:lnTo>
                  <a:lnTo>
                    <a:pt x="667" y="0"/>
                  </a:lnTo>
                  <a:close/>
                </a:path>
              </a:pathLst>
            </a:custGeom>
            <a:solidFill>
              <a:srgbClr val="CF393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grpSp>
        <p:nvGrpSpPr>
          <p:cNvPr id="59" name="Group 58"/>
          <p:cNvGrpSpPr/>
          <p:nvPr userDrawn="1"/>
        </p:nvGrpSpPr>
        <p:grpSpPr>
          <a:xfrm>
            <a:off x="7786024" y="310690"/>
            <a:ext cx="1839368" cy="386336"/>
            <a:chOff x="7740649" y="378000"/>
            <a:chExt cx="1839368" cy="386336"/>
          </a:xfrm>
        </p:grpSpPr>
        <p:pic>
          <p:nvPicPr>
            <p:cNvPr id="60" name="Picture 3" descr="O:\Logo_Library\N\NOMURA\A4\NOMURA_A4_CMYK_WHITE.emf"/>
            <p:cNvPicPr>
              <a:picLocks noChangeAspect="1" noChangeArrowheads="1"/>
            </p:cNvPicPr>
            <p:nvPr userDrawn="1"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8319877" y="378000"/>
              <a:ext cx="1260140" cy="216024"/>
            </a:xfrm>
            <a:prstGeom prst="rect">
              <a:avLst/>
            </a:prstGeom>
            <a:noFill/>
          </p:spPr>
        </p:pic>
        <p:sp>
          <p:nvSpPr>
            <p:cNvPr id="61" name="TextBox 60"/>
            <p:cNvSpPr txBox="1"/>
            <p:nvPr userDrawn="1"/>
          </p:nvSpPr>
          <p:spPr bwMode="white">
            <a:xfrm>
              <a:off x="7740649" y="625837"/>
              <a:ext cx="1809115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900" i="1" dirty="0" smtClean="0">
                  <a:solidFill>
                    <a:schemeClr val="bg1"/>
                  </a:solidFill>
                </a:rPr>
                <a:t>Connecting</a:t>
              </a:r>
              <a:r>
                <a:rPr lang="en-GB" sz="900" i="1" baseline="0" dirty="0" smtClean="0">
                  <a:solidFill>
                    <a:schemeClr val="bg1"/>
                  </a:solidFill>
                </a:rPr>
                <a:t> Markets East &amp; West</a:t>
              </a:r>
              <a:endParaRPr lang="en-GB" sz="900" i="1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roup 115"/>
          <p:cNvGrpSpPr/>
          <p:nvPr userDrawn="1"/>
        </p:nvGrpSpPr>
        <p:grpSpPr>
          <a:xfrm>
            <a:off x="228599" y="0"/>
            <a:ext cx="9676800" cy="3555366"/>
            <a:chOff x="266700" y="0"/>
            <a:chExt cx="9647238" cy="3540126"/>
          </a:xfrm>
        </p:grpSpPr>
        <p:sp>
          <p:nvSpPr>
            <p:cNvPr id="1084" name="AutoShape 60"/>
            <p:cNvSpPr>
              <a:spLocks noChangeAspect="1" noChangeArrowheads="1" noTextEdit="1"/>
            </p:cNvSpPr>
            <p:nvPr userDrawn="1"/>
          </p:nvSpPr>
          <p:spPr bwMode="auto">
            <a:xfrm>
              <a:off x="266700" y="0"/>
              <a:ext cx="9647238" cy="3540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86" name="Freeform 62"/>
            <p:cNvSpPr>
              <a:spLocks/>
            </p:cNvSpPr>
            <p:nvPr userDrawn="1"/>
          </p:nvSpPr>
          <p:spPr bwMode="auto">
            <a:xfrm>
              <a:off x="5572125" y="3175"/>
              <a:ext cx="4341813" cy="3536950"/>
            </a:xfrm>
            <a:custGeom>
              <a:avLst/>
              <a:gdLst/>
              <a:ahLst/>
              <a:cxnLst>
                <a:cxn ang="0">
                  <a:pos x="0" y="704"/>
                </a:cxn>
                <a:cxn ang="0">
                  <a:pos x="679" y="2228"/>
                </a:cxn>
                <a:cxn ang="0">
                  <a:pos x="2735" y="2228"/>
                </a:cxn>
                <a:cxn ang="0">
                  <a:pos x="2735" y="0"/>
                </a:cxn>
                <a:cxn ang="0">
                  <a:pos x="306" y="0"/>
                </a:cxn>
                <a:cxn ang="0">
                  <a:pos x="0" y="704"/>
                </a:cxn>
              </a:cxnLst>
              <a:rect l="0" t="0" r="r" b="b"/>
              <a:pathLst>
                <a:path w="2735" h="2228">
                  <a:moveTo>
                    <a:pt x="0" y="704"/>
                  </a:moveTo>
                  <a:lnTo>
                    <a:pt x="679" y="2228"/>
                  </a:lnTo>
                  <a:lnTo>
                    <a:pt x="2735" y="2228"/>
                  </a:lnTo>
                  <a:lnTo>
                    <a:pt x="2735" y="0"/>
                  </a:lnTo>
                  <a:lnTo>
                    <a:pt x="306" y="0"/>
                  </a:lnTo>
                  <a:lnTo>
                    <a:pt x="0" y="704"/>
                  </a:lnTo>
                  <a:close/>
                </a:path>
              </a:pathLst>
            </a:custGeom>
            <a:solidFill>
              <a:srgbClr val="C0C0C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87" name="Freeform 63"/>
            <p:cNvSpPr>
              <a:spLocks/>
            </p:cNvSpPr>
            <p:nvPr userDrawn="1"/>
          </p:nvSpPr>
          <p:spPr bwMode="auto">
            <a:xfrm>
              <a:off x="5572125" y="3175"/>
              <a:ext cx="4341813" cy="3536950"/>
            </a:xfrm>
            <a:custGeom>
              <a:avLst/>
              <a:gdLst/>
              <a:ahLst/>
              <a:cxnLst>
                <a:cxn ang="0">
                  <a:pos x="0" y="704"/>
                </a:cxn>
                <a:cxn ang="0">
                  <a:pos x="679" y="2228"/>
                </a:cxn>
                <a:cxn ang="0">
                  <a:pos x="2735" y="2228"/>
                </a:cxn>
                <a:cxn ang="0">
                  <a:pos x="2735" y="0"/>
                </a:cxn>
                <a:cxn ang="0">
                  <a:pos x="306" y="0"/>
                </a:cxn>
                <a:cxn ang="0">
                  <a:pos x="0" y="704"/>
                </a:cxn>
              </a:cxnLst>
              <a:rect l="0" t="0" r="r" b="b"/>
              <a:pathLst>
                <a:path w="2735" h="2228">
                  <a:moveTo>
                    <a:pt x="0" y="704"/>
                  </a:moveTo>
                  <a:lnTo>
                    <a:pt x="679" y="2228"/>
                  </a:lnTo>
                  <a:lnTo>
                    <a:pt x="2735" y="2228"/>
                  </a:lnTo>
                  <a:lnTo>
                    <a:pt x="2735" y="0"/>
                  </a:lnTo>
                  <a:lnTo>
                    <a:pt x="306" y="0"/>
                  </a:lnTo>
                  <a:lnTo>
                    <a:pt x="0" y="704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88" name="Freeform 64"/>
            <p:cNvSpPr>
              <a:spLocks/>
            </p:cNvSpPr>
            <p:nvPr userDrawn="1"/>
          </p:nvSpPr>
          <p:spPr bwMode="auto">
            <a:xfrm>
              <a:off x="4842828" y="1652588"/>
              <a:ext cx="1352550" cy="1887538"/>
            </a:xfrm>
            <a:custGeom>
              <a:avLst/>
              <a:gdLst/>
              <a:ahLst/>
              <a:cxnLst>
                <a:cxn ang="0">
                  <a:pos x="325" y="0"/>
                </a:cxn>
                <a:cxn ang="0">
                  <a:pos x="0" y="749"/>
                </a:cxn>
                <a:cxn ang="0">
                  <a:pos x="190" y="1189"/>
                </a:cxn>
                <a:cxn ang="0">
                  <a:pos x="852" y="1189"/>
                </a:cxn>
                <a:cxn ang="0">
                  <a:pos x="325" y="0"/>
                </a:cxn>
              </a:cxnLst>
              <a:rect l="0" t="0" r="r" b="b"/>
              <a:pathLst>
                <a:path w="852" h="1189">
                  <a:moveTo>
                    <a:pt x="325" y="0"/>
                  </a:moveTo>
                  <a:lnTo>
                    <a:pt x="0" y="749"/>
                  </a:lnTo>
                  <a:lnTo>
                    <a:pt x="190" y="1189"/>
                  </a:lnTo>
                  <a:lnTo>
                    <a:pt x="852" y="1189"/>
                  </a:lnTo>
                  <a:lnTo>
                    <a:pt x="325" y="0"/>
                  </a:lnTo>
                  <a:close/>
                </a:path>
              </a:pathLst>
            </a:custGeom>
            <a:solidFill>
              <a:srgbClr val="D5D5D5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89" name="Freeform 65"/>
            <p:cNvSpPr>
              <a:spLocks/>
            </p:cNvSpPr>
            <p:nvPr userDrawn="1"/>
          </p:nvSpPr>
          <p:spPr bwMode="auto">
            <a:xfrm>
              <a:off x="4827588" y="1652588"/>
              <a:ext cx="1352550" cy="1887538"/>
            </a:xfrm>
            <a:custGeom>
              <a:avLst/>
              <a:gdLst/>
              <a:ahLst/>
              <a:cxnLst>
                <a:cxn ang="0">
                  <a:pos x="325" y="0"/>
                </a:cxn>
                <a:cxn ang="0">
                  <a:pos x="0" y="749"/>
                </a:cxn>
                <a:cxn ang="0">
                  <a:pos x="190" y="1189"/>
                </a:cxn>
                <a:cxn ang="0">
                  <a:pos x="852" y="1189"/>
                </a:cxn>
                <a:cxn ang="0">
                  <a:pos x="325" y="0"/>
                </a:cxn>
              </a:cxnLst>
              <a:rect l="0" t="0" r="r" b="b"/>
              <a:pathLst>
                <a:path w="852" h="1189">
                  <a:moveTo>
                    <a:pt x="325" y="0"/>
                  </a:moveTo>
                  <a:lnTo>
                    <a:pt x="0" y="749"/>
                  </a:lnTo>
                  <a:lnTo>
                    <a:pt x="190" y="1189"/>
                  </a:lnTo>
                  <a:lnTo>
                    <a:pt x="852" y="1189"/>
                  </a:lnTo>
                  <a:lnTo>
                    <a:pt x="325" y="0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90" name="Freeform 66"/>
            <p:cNvSpPr>
              <a:spLocks/>
            </p:cNvSpPr>
            <p:nvPr userDrawn="1"/>
          </p:nvSpPr>
          <p:spPr bwMode="auto">
            <a:xfrm>
              <a:off x="4626928" y="3175"/>
              <a:ext cx="960438" cy="1649413"/>
            </a:xfrm>
            <a:custGeom>
              <a:avLst/>
              <a:gdLst/>
              <a:ahLst/>
              <a:cxnLst>
                <a:cxn ang="0">
                  <a:pos x="294" y="0"/>
                </a:cxn>
                <a:cxn ang="0">
                  <a:pos x="0" y="0"/>
                </a:cxn>
                <a:cxn ang="0">
                  <a:pos x="461" y="1039"/>
                </a:cxn>
                <a:cxn ang="0">
                  <a:pos x="605" y="704"/>
                </a:cxn>
                <a:cxn ang="0">
                  <a:pos x="294" y="0"/>
                </a:cxn>
              </a:cxnLst>
              <a:rect l="0" t="0" r="r" b="b"/>
              <a:pathLst>
                <a:path w="605" h="1039">
                  <a:moveTo>
                    <a:pt x="294" y="0"/>
                  </a:moveTo>
                  <a:lnTo>
                    <a:pt x="0" y="0"/>
                  </a:lnTo>
                  <a:lnTo>
                    <a:pt x="461" y="1039"/>
                  </a:lnTo>
                  <a:lnTo>
                    <a:pt x="605" y="704"/>
                  </a:lnTo>
                  <a:lnTo>
                    <a:pt x="294" y="0"/>
                  </a:lnTo>
                  <a:close/>
                </a:path>
              </a:pathLst>
            </a:custGeom>
            <a:solidFill>
              <a:srgbClr val="CECECE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91" name="Freeform 67"/>
            <p:cNvSpPr>
              <a:spLocks/>
            </p:cNvSpPr>
            <p:nvPr userDrawn="1"/>
          </p:nvSpPr>
          <p:spPr bwMode="auto">
            <a:xfrm>
              <a:off x="4611688" y="3175"/>
              <a:ext cx="960438" cy="1649413"/>
            </a:xfrm>
            <a:custGeom>
              <a:avLst/>
              <a:gdLst/>
              <a:ahLst/>
              <a:cxnLst>
                <a:cxn ang="0">
                  <a:pos x="294" y="0"/>
                </a:cxn>
                <a:cxn ang="0">
                  <a:pos x="0" y="0"/>
                </a:cxn>
                <a:cxn ang="0">
                  <a:pos x="461" y="1039"/>
                </a:cxn>
                <a:cxn ang="0">
                  <a:pos x="605" y="704"/>
                </a:cxn>
                <a:cxn ang="0">
                  <a:pos x="294" y="0"/>
                </a:cxn>
              </a:cxnLst>
              <a:rect l="0" t="0" r="r" b="b"/>
              <a:pathLst>
                <a:path w="605" h="1039">
                  <a:moveTo>
                    <a:pt x="294" y="0"/>
                  </a:moveTo>
                  <a:lnTo>
                    <a:pt x="0" y="0"/>
                  </a:lnTo>
                  <a:lnTo>
                    <a:pt x="461" y="1039"/>
                  </a:lnTo>
                  <a:lnTo>
                    <a:pt x="605" y="704"/>
                  </a:lnTo>
                  <a:lnTo>
                    <a:pt x="294" y="0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92" name="Freeform 68"/>
            <p:cNvSpPr>
              <a:spLocks/>
            </p:cNvSpPr>
            <p:nvPr userDrawn="1"/>
          </p:nvSpPr>
          <p:spPr bwMode="auto">
            <a:xfrm>
              <a:off x="3116580" y="1171575"/>
              <a:ext cx="1741488" cy="2368550"/>
            </a:xfrm>
            <a:custGeom>
              <a:avLst/>
              <a:gdLst/>
              <a:ahLst/>
              <a:cxnLst>
                <a:cxn ang="0">
                  <a:pos x="644" y="0"/>
                </a:cxn>
                <a:cxn ang="0">
                  <a:pos x="0" y="1492"/>
                </a:cxn>
                <a:cxn ang="0">
                  <a:pos x="906" y="1492"/>
                </a:cxn>
                <a:cxn ang="0">
                  <a:pos x="1097" y="1052"/>
                </a:cxn>
                <a:cxn ang="0">
                  <a:pos x="644" y="0"/>
                </a:cxn>
              </a:cxnLst>
              <a:rect l="0" t="0" r="r" b="b"/>
              <a:pathLst>
                <a:path w="1097" h="1492">
                  <a:moveTo>
                    <a:pt x="644" y="0"/>
                  </a:moveTo>
                  <a:lnTo>
                    <a:pt x="0" y="1492"/>
                  </a:lnTo>
                  <a:lnTo>
                    <a:pt x="906" y="1492"/>
                  </a:lnTo>
                  <a:lnTo>
                    <a:pt x="1097" y="1052"/>
                  </a:lnTo>
                  <a:lnTo>
                    <a:pt x="644" y="0"/>
                  </a:lnTo>
                  <a:close/>
                </a:path>
              </a:pathLst>
            </a:custGeom>
            <a:solidFill>
              <a:srgbClr val="CECECE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93" name="Freeform 69"/>
            <p:cNvSpPr>
              <a:spLocks/>
            </p:cNvSpPr>
            <p:nvPr userDrawn="1"/>
          </p:nvSpPr>
          <p:spPr bwMode="auto">
            <a:xfrm>
              <a:off x="3086100" y="1171575"/>
              <a:ext cx="1741488" cy="2368550"/>
            </a:xfrm>
            <a:custGeom>
              <a:avLst/>
              <a:gdLst/>
              <a:ahLst/>
              <a:cxnLst>
                <a:cxn ang="0">
                  <a:pos x="644" y="0"/>
                </a:cxn>
                <a:cxn ang="0">
                  <a:pos x="0" y="1492"/>
                </a:cxn>
                <a:cxn ang="0">
                  <a:pos x="906" y="1492"/>
                </a:cxn>
                <a:cxn ang="0">
                  <a:pos x="1097" y="1052"/>
                </a:cxn>
                <a:cxn ang="0">
                  <a:pos x="644" y="0"/>
                </a:cxn>
              </a:cxnLst>
              <a:rect l="0" t="0" r="r" b="b"/>
              <a:pathLst>
                <a:path w="1097" h="1492">
                  <a:moveTo>
                    <a:pt x="644" y="0"/>
                  </a:moveTo>
                  <a:lnTo>
                    <a:pt x="0" y="1492"/>
                  </a:lnTo>
                  <a:lnTo>
                    <a:pt x="906" y="1492"/>
                  </a:lnTo>
                  <a:lnTo>
                    <a:pt x="1097" y="1052"/>
                  </a:lnTo>
                  <a:lnTo>
                    <a:pt x="644" y="0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94" name="Freeform 70"/>
            <p:cNvSpPr>
              <a:spLocks/>
            </p:cNvSpPr>
            <p:nvPr userDrawn="1"/>
          </p:nvSpPr>
          <p:spPr bwMode="auto">
            <a:xfrm>
              <a:off x="5078413" y="3175"/>
              <a:ext cx="979488" cy="11176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11" y="704"/>
                </a:cxn>
                <a:cxn ang="0">
                  <a:pos x="617" y="0"/>
                </a:cxn>
                <a:cxn ang="0">
                  <a:pos x="0" y="0"/>
                </a:cxn>
              </a:cxnLst>
              <a:rect l="0" t="0" r="r" b="b"/>
              <a:pathLst>
                <a:path w="617" h="704">
                  <a:moveTo>
                    <a:pt x="0" y="0"/>
                  </a:moveTo>
                  <a:lnTo>
                    <a:pt x="311" y="704"/>
                  </a:lnTo>
                  <a:lnTo>
                    <a:pt x="61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C0C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95" name="Freeform 71"/>
            <p:cNvSpPr>
              <a:spLocks/>
            </p:cNvSpPr>
            <p:nvPr userDrawn="1"/>
          </p:nvSpPr>
          <p:spPr bwMode="auto">
            <a:xfrm>
              <a:off x="5078413" y="3175"/>
              <a:ext cx="979488" cy="11176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11" y="704"/>
                </a:cxn>
                <a:cxn ang="0">
                  <a:pos x="617" y="0"/>
                </a:cxn>
                <a:cxn ang="0">
                  <a:pos x="0" y="0"/>
                </a:cxn>
              </a:cxnLst>
              <a:rect l="0" t="0" r="r" b="b"/>
              <a:pathLst>
                <a:path w="617" h="704">
                  <a:moveTo>
                    <a:pt x="0" y="0"/>
                  </a:moveTo>
                  <a:lnTo>
                    <a:pt x="311" y="704"/>
                  </a:lnTo>
                  <a:lnTo>
                    <a:pt x="617" y="0"/>
                  </a:lnTo>
                  <a:lnTo>
                    <a:pt x="0" y="0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96" name="Freeform 72"/>
            <p:cNvSpPr>
              <a:spLocks/>
            </p:cNvSpPr>
            <p:nvPr userDrawn="1"/>
          </p:nvSpPr>
          <p:spPr bwMode="auto">
            <a:xfrm>
              <a:off x="5086033" y="3175"/>
              <a:ext cx="979488" cy="1117600"/>
            </a:xfrm>
            <a:custGeom>
              <a:avLst/>
              <a:gdLst/>
              <a:ahLst/>
              <a:cxnLst>
                <a:cxn ang="0">
                  <a:pos x="617" y="0"/>
                </a:cxn>
                <a:cxn ang="0">
                  <a:pos x="0" y="0"/>
                </a:cxn>
                <a:cxn ang="0">
                  <a:pos x="311" y="704"/>
                </a:cxn>
                <a:cxn ang="0">
                  <a:pos x="617" y="0"/>
                </a:cxn>
              </a:cxnLst>
              <a:rect l="0" t="0" r="r" b="b"/>
              <a:pathLst>
                <a:path w="617" h="704">
                  <a:moveTo>
                    <a:pt x="617" y="0"/>
                  </a:moveTo>
                  <a:lnTo>
                    <a:pt x="0" y="0"/>
                  </a:lnTo>
                  <a:lnTo>
                    <a:pt x="311" y="704"/>
                  </a:lnTo>
                  <a:lnTo>
                    <a:pt x="617" y="0"/>
                  </a:lnTo>
                  <a:close/>
                </a:path>
              </a:pathLst>
            </a:custGeom>
            <a:solidFill>
              <a:srgbClr val="9B9B9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97" name="Freeform 73"/>
            <p:cNvSpPr>
              <a:spLocks/>
            </p:cNvSpPr>
            <p:nvPr userDrawn="1"/>
          </p:nvSpPr>
          <p:spPr bwMode="auto">
            <a:xfrm>
              <a:off x="5078413" y="3175"/>
              <a:ext cx="979488" cy="1117600"/>
            </a:xfrm>
            <a:custGeom>
              <a:avLst/>
              <a:gdLst/>
              <a:ahLst/>
              <a:cxnLst>
                <a:cxn ang="0">
                  <a:pos x="617" y="0"/>
                </a:cxn>
                <a:cxn ang="0">
                  <a:pos x="0" y="0"/>
                </a:cxn>
                <a:cxn ang="0">
                  <a:pos x="311" y="704"/>
                </a:cxn>
                <a:cxn ang="0">
                  <a:pos x="617" y="0"/>
                </a:cxn>
              </a:cxnLst>
              <a:rect l="0" t="0" r="r" b="b"/>
              <a:pathLst>
                <a:path w="617" h="704">
                  <a:moveTo>
                    <a:pt x="617" y="0"/>
                  </a:moveTo>
                  <a:lnTo>
                    <a:pt x="0" y="0"/>
                  </a:lnTo>
                  <a:lnTo>
                    <a:pt x="311" y="704"/>
                  </a:lnTo>
                  <a:lnTo>
                    <a:pt x="617" y="0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98" name="Freeform 74"/>
            <p:cNvSpPr>
              <a:spLocks/>
            </p:cNvSpPr>
            <p:nvPr userDrawn="1"/>
          </p:nvSpPr>
          <p:spPr bwMode="auto">
            <a:xfrm>
              <a:off x="4131310" y="3175"/>
              <a:ext cx="1235075" cy="2838450"/>
            </a:xfrm>
            <a:custGeom>
              <a:avLst/>
              <a:gdLst/>
              <a:ahLst/>
              <a:cxnLst>
                <a:cxn ang="0">
                  <a:pos x="317" y="0"/>
                </a:cxn>
                <a:cxn ang="0">
                  <a:pos x="0" y="736"/>
                </a:cxn>
                <a:cxn ang="0">
                  <a:pos x="453" y="1788"/>
                </a:cxn>
                <a:cxn ang="0">
                  <a:pos x="778" y="1039"/>
                </a:cxn>
                <a:cxn ang="0">
                  <a:pos x="317" y="0"/>
                </a:cxn>
              </a:cxnLst>
              <a:rect l="0" t="0" r="r" b="b"/>
              <a:pathLst>
                <a:path w="778" h="1788">
                  <a:moveTo>
                    <a:pt x="317" y="0"/>
                  </a:moveTo>
                  <a:lnTo>
                    <a:pt x="0" y="736"/>
                  </a:lnTo>
                  <a:lnTo>
                    <a:pt x="453" y="1788"/>
                  </a:lnTo>
                  <a:lnTo>
                    <a:pt x="778" y="1039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ACACAC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99" name="Freeform 75"/>
            <p:cNvSpPr>
              <a:spLocks/>
            </p:cNvSpPr>
            <p:nvPr userDrawn="1"/>
          </p:nvSpPr>
          <p:spPr bwMode="auto">
            <a:xfrm>
              <a:off x="4108450" y="3175"/>
              <a:ext cx="1235075" cy="2838450"/>
            </a:xfrm>
            <a:custGeom>
              <a:avLst/>
              <a:gdLst/>
              <a:ahLst/>
              <a:cxnLst>
                <a:cxn ang="0">
                  <a:pos x="317" y="0"/>
                </a:cxn>
                <a:cxn ang="0">
                  <a:pos x="0" y="736"/>
                </a:cxn>
                <a:cxn ang="0">
                  <a:pos x="453" y="1788"/>
                </a:cxn>
                <a:cxn ang="0">
                  <a:pos x="778" y="1039"/>
                </a:cxn>
                <a:cxn ang="0">
                  <a:pos x="317" y="0"/>
                </a:cxn>
              </a:cxnLst>
              <a:rect l="0" t="0" r="r" b="b"/>
              <a:pathLst>
                <a:path w="778" h="1788">
                  <a:moveTo>
                    <a:pt x="317" y="0"/>
                  </a:moveTo>
                  <a:lnTo>
                    <a:pt x="0" y="736"/>
                  </a:lnTo>
                  <a:lnTo>
                    <a:pt x="453" y="1788"/>
                  </a:lnTo>
                  <a:lnTo>
                    <a:pt x="778" y="1039"/>
                  </a:lnTo>
                  <a:lnTo>
                    <a:pt x="317" y="0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00" name="Freeform 76"/>
            <p:cNvSpPr>
              <a:spLocks/>
            </p:cNvSpPr>
            <p:nvPr userDrawn="1"/>
          </p:nvSpPr>
          <p:spPr bwMode="auto">
            <a:xfrm>
              <a:off x="3635693" y="3175"/>
              <a:ext cx="1006475" cy="1168400"/>
            </a:xfrm>
            <a:custGeom>
              <a:avLst/>
              <a:gdLst/>
              <a:ahLst/>
              <a:cxnLst>
                <a:cxn ang="0">
                  <a:pos x="634" y="0"/>
                </a:cxn>
                <a:cxn ang="0">
                  <a:pos x="0" y="0"/>
                </a:cxn>
                <a:cxn ang="0">
                  <a:pos x="317" y="736"/>
                </a:cxn>
                <a:cxn ang="0">
                  <a:pos x="634" y="0"/>
                </a:cxn>
              </a:cxnLst>
              <a:rect l="0" t="0" r="r" b="b"/>
              <a:pathLst>
                <a:path w="634" h="736">
                  <a:moveTo>
                    <a:pt x="634" y="0"/>
                  </a:moveTo>
                  <a:lnTo>
                    <a:pt x="0" y="0"/>
                  </a:lnTo>
                  <a:lnTo>
                    <a:pt x="317" y="736"/>
                  </a:lnTo>
                  <a:lnTo>
                    <a:pt x="634" y="0"/>
                  </a:lnTo>
                  <a:close/>
                </a:path>
              </a:pathLst>
            </a:custGeom>
            <a:solidFill>
              <a:srgbClr val="90909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01" name="Freeform 77"/>
            <p:cNvSpPr>
              <a:spLocks/>
            </p:cNvSpPr>
            <p:nvPr userDrawn="1"/>
          </p:nvSpPr>
          <p:spPr bwMode="auto">
            <a:xfrm>
              <a:off x="3605213" y="3175"/>
              <a:ext cx="1006475" cy="1168400"/>
            </a:xfrm>
            <a:custGeom>
              <a:avLst/>
              <a:gdLst/>
              <a:ahLst/>
              <a:cxnLst>
                <a:cxn ang="0">
                  <a:pos x="634" y="0"/>
                </a:cxn>
                <a:cxn ang="0">
                  <a:pos x="0" y="0"/>
                </a:cxn>
                <a:cxn ang="0">
                  <a:pos x="317" y="736"/>
                </a:cxn>
                <a:cxn ang="0">
                  <a:pos x="634" y="0"/>
                </a:cxn>
              </a:cxnLst>
              <a:rect l="0" t="0" r="r" b="b"/>
              <a:pathLst>
                <a:path w="634" h="736">
                  <a:moveTo>
                    <a:pt x="634" y="0"/>
                  </a:moveTo>
                  <a:lnTo>
                    <a:pt x="0" y="0"/>
                  </a:lnTo>
                  <a:lnTo>
                    <a:pt x="317" y="736"/>
                  </a:lnTo>
                  <a:lnTo>
                    <a:pt x="634" y="0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02" name="Freeform 78"/>
            <p:cNvSpPr>
              <a:spLocks/>
            </p:cNvSpPr>
            <p:nvPr userDrawn="1"/>
          </p:nvSpPr>
          <p:spPr bwMode="auto">
            <a:xfrm>
              <a:off x="2157413" y="3175"/>
              <a:ext cx="1989138" cy="3536950"/>
            </a:xfrm>
            <a:custGeom>
              <a:avLst/>
              <a:gdLst/>
              <a:ahLst/>
              <a:cxnLst>
                <a:cxn ang="0">
                  <a:pos x="936" y="0"/>
                </a:cxn>
                <a:cxn ang="0">
                  <a:pos x="936" y="0"/>
                </a:cxn>
                <a:cxn ang="0">
                  <a:pos x="0" y="2228"/>
                </a:cxn>
                <a:cxn ang="0">
                  <a:pos x="609" y="2228"/>
                </a:cxn>
                <a:cxn ang="0">
                  <a:pos x="1253" y="736"/>
                </a:cxn>
                <a:cxn ang="0">
                  <a:pos x="936" y="0"/>
                </a:cxn>
              </a:cxnLst>
              <a:rect l="0" t="0" r="r" b="b"/>
              <a:pathLst>
                <a:path w="1253" h="2228">
                  <a:moveTo>
                    <a:pt x="936" y="0"/>
                  </a:moveTo>
                  <a:lnTo>
                    <a:pt x="936" y="0"/>
                  </a:lnTo>
                  <a:lnTo>
                    <a:pt x="0" y="2228"/>
                  </a:lnTo>
                  <a:lnTo>
                    <a:pt x="609" y="2228"/>
                  </a:lnTo>
                  <a:lnTo>
                    <a:pt x="1253" y="736"/>
                  </a:lnTo>
                  <a:lnTo>
                    <a:pt x="936" y="0"/>
                  </a:lnTo>
                  <a:close/>
                </a:path>
              </a:pathLst>
            </a:custGeom>
            <a:solidFill>
              <a:srgbClr val="ACACAC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03" name="Freeform 79"/>
            <p:cNvSpPr>
              <a:spLocks/>
            </p:cNvSpPr>
            <p:nvPr userDrawn="1"/>
          </p:nvSpPr>
          <p:spPr bwMode="auto">
            <a:xfrm>
              <a:off x="2119313" y="3175"/>
              <a:ext cx="1989138" cy="3536950"/>
            </a:xfrm>
            <a:custGeom>
              <a:avLst/>
              <a:gdLst/>
              <a:ahLst/>
              <a:cxnLst>
                <a:cxn ang="0">
                  <a:pos x="936" y="0"/>
                </a:cxn>
                <a:cxn ang="0">
                  <a:pos x="936" y="0"/>
                </a:cxn>
                <a:cxn ang="0">
                  <a:pos x="0" y="2228"/>
                </a:cxn>
                <a:cxn ang="0">
                  <a:pos x="609" y="2228"/>
                </a:cxn>
                <a:cxn ang="0">
                  <a:pos x="1253" y="736"/>
                </a:cxn>
                <a:cxn ang="0">
                  <a:pos x="936" y="0"/>
                </a:cxn>
              </a:cxnLst>
              <a:rect l="0" t="0" r="r" b="b"/>
              <a:pathLst>
                <a:path w="1253" h="2228">
                  <a:moveTo>
                    <a:pt x="936" y="0"/>
                  </a:moveTo>
                  <a:lnTo>
                    <a:pt x="936" y="0"/>
                  </a:lnTo>
                  <a:lnTo>
                    <a:pt x="0" y="2228"/>
                  </a:lnTo>
                  <a:lnTo>
                    <a:pt x="609" y="2228"/>
                  </a:lnTo>
                  <a:lnTo>
                    <a:pt x="1253" y="736"/>
                  </a:lnTo>
                  <a:lnTo>
                    <a:pt x="936" y="0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04" name="Freeform 80"/>
            <p:cNvSpPr>
              <a:spLocks/>
            </p:cNvSpPr>
            <p:nvPr userDrawn="1"/>
          </p:nvSpPr>
          <p:spPr bwMode="auto">
            <a:xfrm>
              <a:off x="312420" y="3175"/>
              <a:ext cx="3338513" cy="3536950"/>
            </a:xfrm>
            <a:custGeom>
              <a:avLst/>
              <a:gdLst/>
              <a:ahLst/>
              <a:cxnLst>
                <a:cxn ang="0">
                  <a:pos x="2103" y="0"/>
                </a:cxn>
                <a:cxn ang="0">
                  <a:pos x="940" y="0"/>
                </a:cxn>
                <a:cxn ang="0">
                  <a:pos x="0" y="2228"/>
                </a:cxn>
                <a:cxn ang="0">
                  <a:pos x="1167" y="2228"/>
                </a:cxn>
                <a:cxn ang="0">
                  <a:pos x="2103" y="0"/>
                </a:cxn>
              </a:cxnLst>
              <a:rect l="0" t="0" r="r" b="b"/>
              <a:pathLst>
                <a:path w="2103" h="2228">
                  <a:moveTo>
                    <a:pt x="2103" y="0"/>
                  </a:moveTo>
                  <a:lnTo>
                    <a:pt x="940" y="0"/>
                  </a:lnTo>
                  <a:lnTo>
                    <a:pt x="0" y="2228"/>
                  </a:lnTo>
                  <a:lnTo>
                    <a:pt x="1167" y="2228"/>
                  </a:lnTo>
                  <a:lnTo>
                    <a:pt x="2103" y="0"/>
                  </a:lnTo>
                  <a:close/>
                </a:path>
              </a:pathLst>
            </a:custGeom>
            <a:solidFill>
              <a:srgbClr val="CECECE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05" name="Freeform 81"/>
            <p:cNvSpPr>
              <a:spLocks/>
            </p:cNvSpPr>
            <p:nvPr userDrawn="1"/>
          </p:nvSpPr>
          <p:spPr bwMode="auto">
            <a:xfrm>
              <a:off x="266700" y="3175"/>
              <a:ext cx="3338513" cy="3536950"/>
            </a:xfrm>
            <a:custGeom>
              <a:avLst/>
              <a:gdLst/>
              <a:ahLst/>
              <a:cxnLst>
                <a:cxn ang="0">
                  <a:pos x="2103" y="0"/>
                </a:cxn>
                <a:cxn ang="0">
                  <a:pos x="940" y="0"/>
                </a:cxn>
                <a:cxn ang="0">
                  <a:pos x="0" y="2228"/>
                </a:cxn>
                <a:cxn ang="0">
                  <a:pos x="1167" y="2228"/>
                </a:cxn>
                <a:cxn ang="0">
                  <a:pos x="2103" y="0"/>
                </a:cxn>
              </a:cxnLst>
              <a:rect l="0" t="0" r="r" b="b"/>
              <a:pathLst>
                <a:path w="2103" h="2228">
                  <a:moveTo>
                    <a:pt x="2103" y="0"/>
                  </a:moveTo>
                  <a:lnTo>
                    <a:pt x="940" y="0"/>
                  </a:lnTo>
                  <a:lnTo>
                    <a:pt x="0" y="2228"/>
                  </a:lnTo>
                  <a:lnTo>
                    <a:pt x="1167" y="2228"/>
                  </a:lnTo>
                  <a:lnTo>
                    <a:pt x="2103" y="0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7" name="Text Placeholder 17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66400" y="3600000"/>
            <a:ext cx="7821613" cy="8604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en-GB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itchFamily="34" charset="-128"/>
                <a:cs typeface="Arial Unicode MS" pitchFamily="34" charset="-128"/>
              </a:defRPr>
            </a:lvl1pPr>
          </a:lstStyle>
          <a:p>
            <a:pPr marL="0" marR="0" lvl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Enter your title here</a:t>
            </a:r>
            <a:endParaRPr lang="en-GB" dirty="0" smtClean="0"/>
          </a:p>
        </p:txBody>
      </p:sp>
      <p:sp>
        <p:nvSpPr>
          <p:cNvPr id="16" name="Title 15"/>
          <p:cNvSpPr>
            <a:spLocks noGrp="1"/>
          </p:cNvSpPr>
          <p:nvPr userDrawn="1">
            <p:ph type="title" hasCustomPrompt="1"/>
          </p:nvPr>
        </p:nvSpPr>
        <p:spPr>
          <a:xfrm>
            <a:off x="266400" y="4608000"/>
            <a:ext cx="7821613" cy="507600"/>
          </a:xfrm>
          <a:prstGeom prst="rect">
            <a:avLst/>
          </a:prstGeom>
        </p:spPr>
        <p:txBody>
          <a:bodyPr lIns="0" tIns="72000" rIns="0" bIns="0" anchor="t" anchorCtr="0"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lang="en-GB" sz="1800" b="1" baseline="0" dirty="0">
                <a:solidFill>
                  <a:schemeClr val="tx1"/>
                </a:solidFill>
                <a:latin typeface="+mn-lt"/>
                <a:ea typeface="MS PGothic" pitchFamily="34" charset="-128"/>
                <a:cs typeface="Arial Unicode MS" pitchFamily="34" charset="-128"/>
              </a:defRPr>
            </a:lvl1pPr>
          </a:lstStyle>
          <a:p>
            <a:pPr lvl="0" algn="l" defTabSz="957263" rtl="0" eaLnBrk="1" fontAlgn="base" hangingPunct="1">
              <a:spcBef>
                <a:spcPts val="1000"/>
              </a:spcBef>
              <a:spcAft>
                <a:spcPts val="1000"/>
              </a:spcAft>
              <a:buClr>
                <a:srgbClr val="CC3300"/>
              </a:buClr>
            </a:pPr>
            <a:r>
              <a:rPr lang="en-US" dirty="0" smtClean="0"/>
              <a:t>Enter your subtitle here</a:t>
            </a:r>
            <a:endParaRPr lang="en-GB" dirty="0"/>
          </a:p>
        </p:txBody>
      </p:sp>
      <p:pic>
        <p:nvPicPr>
          <p:cNvPr id="41" name="Picture 40" descr="NOMURA_A4_PMS_1797.emf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 bwMode="white">
          <a:xfrm>
            <a:off x="8355804" y="306904"/>
            <a:ext cx="1260000" cy="2228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ppen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 55"/>
          <p:cNvGrpSpPr/>
          <p:nvPr userDrawn="1"/>
        </p:nvGrpSpPr>
        <p:grpSpPr>
          <a:xfrm>
            <a:off x="228599" y="0"/>
            <a:ext cx="9676800" cy="3555366"/>
            <a:chOff x="266700" y="0"/>
            <a:chExt cx="9647238" cy="3540126"/>
          </a:xfrm>
        </p:grpSpPr>
        <p:sp>
          <p:nvSpPr>
            <p:cNvPr id="58" name="AutoShape 60"/>
            <p:cNvSpPr>
              <a:spLocks noChangeAspect="1" noChangeArrowheads="1" noTextEdit="1"/>
            </p:cNvSpPr>
            <p:nvPr userDrawn="1"/>
          </p:nvSpPr>
          <p:spPr bwMode="auto">
            <a:xfrm>
              <a:off x="266700" y="0"/>
              <a:ext cx="9647238" cy="35401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" name="Freeform 62"/>
            <p:cNvSpPr>
              <a:spLocks/>
            </p:cNvSpPr>
            <p:nvPr userDrawn="1"/>
          </p:nvSpPr>
          <p:spPr bwMode="auto">
            <a:xfrm>
              <a:off x="5572125" y="3175"/>
              <a:ext cx="4341813" cy="3536950"/>
            </a:xfrm>
            <a:custGeom>
              <a:avLst/>
              <a:gdLst/>
              <a:ahLst/>
              <a:cxnLst>
                <a:cxn ang="0">
                  <a:pos x="0" y="704"/>
                </a:cxn>
                <a:cxn ang="0">
                  <a:pos x="679" y="2228"/>
                </a:cxn>
                <a:cxn ang="0">
                  <a:pos x="2735" y="2228"/>
                </a:cxn>
                <a:cxn ang="0">
                  <a:pos x="2735" y="0"/>
                </a:cxn>
                <a:cxn ang="0">
                  <a:pos x="306" y="0"/>
                </a:cxn>
                <a:cxn ang="0">
                  <a:pos x="0" y="704"/>
                </a:cxn>
              </a:cxnLst>
              <a:rect l="0" t="0" r="r" b="b"/>
              <a:pathLst>
                <a:path w="2735" h="2228">
                  <a:moveTo>
                    <a:pt x="0" y="704"/>
                  </a:moveTo>
                  <a:lnTo>
                    <a:pt x="679" y="2228"/>
                  </a:lnTo>
                  <a:lnTo>
                    <a:pt x="2735" y="2228"/>
                  </a:lnTo>
                  <a:lnTo>
                    <a:pt x="2735" y="0"/>
                  </a:lnTo>
                  <a:lnTo>
                    <a:pt x="306" y="0"/>
                  </a:lnTo>
                  <a:lnTo>
                    <a:pt x="0" y="704"/>
                  </a:lnTo>
                  <a:close/>
                </a:path>
              </a:pathLst>
            </a:custGeom>
            <a:solidFill>
              <a:srgbClr val="C0C0C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" name="Freeform 63"/>
            <p:cNvSpPr>
              <a:spLocks/>
            </p:cNvSpPr>
            <p:nvPr userDrawn="1"/>
          </p:nvSpPr>
          <p:spPr bwMode="auto">
            <a:xfrm>
              <a:off x="5572125" y="3175"/>
              <a:ext cx="4341813" cy="3536950"/>
            </a:xfrm>
            <a:custGeom>
              <a:avLst/>
              <a:gdLst/>
              <a:ahLst/>
              <a:cxnLst>
                <a:cxn ang="0">
                  <a:pos x="0" y="704"/>
                </a:cxn>
                <a:cxn ang="0">
                  <a:pos x="679" y="2228"/>
                </a:cxn>
                <a:cxn ang="0">
                  <a:pos x="2735" y="2228"/>
                </a:cxn>
                <a:cxn ang="0">
                  <a:pos x="2735" y="0"/>
                </a:cxn>
                <a:cxn ang="0">
                  <a:pos x="306" y="0"/>
                </a:cxn>
                <a:cxn ang="0">
                  <a:pos x="0" y="704"/>
                </a:cxn>
              </a:cxnLst>
              <a:rect l="0" t="0" r="r" b="b"/>
              <a:pathLst>
                <a:path w="2735" h="2228">
                  <a:moveTo>
                    <a:pt x="0" y="704"/>
                  </a:moveTo>
                  <a:lnTo>
                    <a:pt x="679" y="2228"/>
                  </a:lnTo>
                  <a:lnTo>
                    <a:pt x="2735" y="2228"/>
                  </a:lnTo>
                  <a:lnTo>
                    <a:pt x="2735" y="0"/>
                  </a:lnTo>
                  <a:lnTo>
                    <a:pt x="306" y="0"/>
                  </a:lnTo>
                  <a:lnTo>
                    <a:pt x="0" y="704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1" name="Freeform 64"/>
            <p:cNvSpPr>
              <a:spLocks/>
            </p:cNvSpPr>
            <p:nvPr userDrawn="1"/>
          </p:nvSpPr>
          <p:spPr bwMode="auto">
            <a:xfrm>
              <a:off x="4842828" y="1652588"/>
              <a:ext cx="1352550" cy="1887538"/>
            </a:xfrm>
            <a:custGeom>
              <a:avLst/>
              <a:gdLst/>
              <a:ahLst/>
              <a:cxnLst>
                <a:cxn ang="0">
                  <a:pos x="325" y="0"/>
                </a:cxn>
                <a:cxn ang="0">
                  <a:pos x="0" y="749"/>
                </a:cxn>
                <a:cxn ang="0">
                  <a:pos x="190" y="1189"/>
                </a:cxn>
                <a:cxn ang="0">
                  <a:pos x="852" y="1189"/>
                </a:cxn>
                <a:cxn ang="0">
                  <a:pos x="325" y="0"/>
                </a:cxn>
              </a:cxnLst>
              <a:rect l="0" t="0" r="r" b="b"/>
              <a:pathLst>
                <a:path w="852" h="1189">
                  <a:moveTo>
                    <a:pt x="325" y="0"/>
                  </a:moveTo>
                  <a:lnTo>
                    <a:pt x="0" y="749"/>
                  </a:lnTo>
                  <a:lnTo>
                    <a:pt x="190" y="1189"/>
                  </a:lnTo>
                  <a:lnTo>
                    <a:pt x="852" y="1189"/>
                  </a:lnTo>
                  <a:lnTo>
                    <a:pt x="325" y="0"/>
                  </a:lnTo>
                  <a:close/>
                </a:path>
              </a:pathLst>
            </a:custGeom>
            <a:solidFill>
              <a:srgbClr val="D5D5D5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2" name="Freeform 65"/>
            <p:cNvSpPr>
              <a:spLocks/>
            </p:cNvSpPr>
            <p:nvPr userDrawn="1"/>
          </p:nvSpPr>
          <p:spPr bwMode="auto">
            <a:xfrm>
              <a:off x="4827588" y="1652588"/>
              <a:ext cx="1352550" cy="1887538"/>
            </a:xfrm>
            <a:custGeom>
              <a:avLst/>
              <a:gdLst/>
              <a:ahLst/>
              <a:cxnLst>
                <a:cxn ang="0">
                  <a:pos x="325" y="0"/>
                </a:cxn>
                <a:cxn ang="0">
                  <a:pos x="0" y="749"/>
                </a:cxn>
                <a:cxn ang="0">
                  <a:pos x="190" y="1189"/>
                </a:cxn>
                <a:cxn ang="0">
                  <a:pos x="852" y="1189"/>
                </a:cxn>
                <a:cxn ang="0">
                  <a:pos x="325" y="0"/>
                </a:cxn>
              </a:cxnLst>
              <a:rect l="0" t="0" r="r" b="b"/>
              <a:pathLst>
                <a:path w="852" h="1189">
                  <a:moveTo>
                    <a:pt x="325" y="0"/>
                  </a:moveTo>
                  <a:lnTo>
                    <a:pt x="0" y="749"/>
                  </a:lnTo>
                  <a:lnTo>
                    <a:pt x="190" y="1189"/>
                  </a:lnTo>
                  <a:lnTo>
                    <a:pt x="852" y="1189"/>
                  </a:lnTo>
                  <a:lnTo>
                    <a:pt x="325" y="0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3" name="Freeform 66"/>
            <p:cNvSpPr>
              <a:spLocks/>
            </p:cNvSpPr>
            <p:nvPr userDrawn="1"/>
          </p:nvSpPr>
          <p:spPr bwMode="auto">
            <a:xfrm>
              <a:off x="4626928" y="3175"/>
              <a:ext cx="960438" cy="1649413"/>
            </a:xfrm>
            <a:custGeom>
              <a:avLst/>
              <a:gdLst/>
              <a:ahLst/>
              <a:cxnLst>
                <a:cxn ang="0">
                  <a:pos x="294" y="0"/>
                </a:cxn>
                <a:cxn ang="0">
                  <a:pos x="0" y="0"/>
                </a:cxn>
                <a:cxn ang="0">
                  <a:pos x="461" y="1039"/>
                </a:cxn>
                <a:cxn ang="0">
                  <a:pos x="605" y="704"/>
                </a:cxn>
                <a:cxn ang="0">
                  <a:pos x="294" y="0"/>
                </a:cxn>
              </a:cxnLst>
              <a:rect l="0" t="0" r="r" b="b"/>
              <a:pathLst>
                <a:path w="605" h="1039">
                  <a:moveTo>
                    <a:pt x="294" y="0"/>
                  </a:moveTo>
                  <a:lnTo>
                    <a:pt x="0" y="0"/>
                  </a:lnTo>
                  <a:lnTo>
                    <a:pt x="461" y="1039"/>
                  </a:lnTo>
                  <a:lnTo>
                    <a:pt x="605" y="704"/>
                  </a:lnTo>
                  <a:lnTo>
                    <a:pt x="294" y="0"/>
                  </a:lnTo>
                  <a:close/>
                </a:path>
              </a:pathLst>
            </a:custGeom>
            <a:solidFill>
              <a:srgbClr val="CECECE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4" name="Freeform 67"/>
            <p:cNvSpPr>
              <a:spLocks/>
            </p:cNvSpPr>
            <p:nvPr userDrawn="1"/>
          </p:nvSpPr>
          <p:spPr bwMode="auto">
            <a:xfrm>
              <a:off x="4611688" y="3175"/>
              <a:ext cx="960438" cy="1649413"/>
            </a:xfrm>
            <a:custGeom>
              <a:avLst/>
              <a:gdLst/>
              <a:ahLst/>
              <a:cxnLst>
                <a:cxn ang="0">
                  <a:pos x="294" y="0"/>
                </a:cxn>
                <a:cxn ang="0">
                  <a:pos x="0" y="0"/>
                </a:cxn>
                <a:cxn ang="0">
                  <a:pos x="461" y="1039"/>
                </a:cxn>
                <a:cxn ang="0">
                  <a:pos x="605" y="704"/>
                </a:cxn>
                <a:cxn ang="0">
                  <a:pos x="294" y="0"/>
                </a:cxn>
              </a:cxnLst>
              <a:rect l="0" t="0" r="r" b="b"/>
              <a:pathLst>
                <a:path w="605" h="1039">
                  <a:moveTo>
                    <a:pt x="294" y="0"/>
                  </a:moveTo>
                  <a:lnTo>
                    <a:pt x="0" y="0"/>
                  </a:lnTo>
                  <a:lnTo>
                    <a:pt x="461" y="1039"/>
                  </a:lnTo>
                  <a:lnTo>
                    <a:pt x="605" y="704"/>
                  </a:lnTo>
                  <a:lnTo>
                    <a:pt x="294" y="0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5" name="Freeform 68"/>
            <p:cNvSpPr>
              <a:spLocks/>
            </p:cNvSpPr>
            <p:nvPr userDrawn="1"/>
          </p:nvSpPr>
          <p:spPr bwMode="auto">
            <a:xfrm>
              <a:off x="3116580" y="1171575"/>
              <a:ext cx="1741488" cy="2368550"/>
            </a:xfrm>
            <a:custGeom>
              <a:avLst/>
              <a:gdLst/>
              <a:ahLst/>
              <a:cxnLst>
                <a:cxn ang="0">
                  <a:pos x="644" y="0"/>
                </a:cxn>
                <a:cxn ang="0">
                  <a:pos x="0" y="1492"/>
                </a:cxn>
                <a:cxn ang="0">
                  <a:pos x="906" y="1492"/>
                </a:cxn>
                <a:cxn ang="0">
                  <a:pos x="1097" y="1052"/>
                </a:cxn>
                <a:cxn ang="0">
                  <a:pos x="644" y="0"/>
                </a:cxn>
              </a:cxnLst>
              <a:rect l="0" t="0" r="r" b="b"/>
              <a:pathLst>
                <a:path w="1097" h="1492">
                  <a:moveTo>
                    <a:pt x="644" y="0"/>
                  </a:moveTo>
                  <a:lnTo>
                    <a:pt x="0" y="1492"/>
                  </a:lnTo>
                  <a:lnTo>
                    <a:pt x="906" y="1492"/>
                  </a:lnTo>
                  <a:lnTo>
                    <a:pt x="1097" y="1052"/>
                  </a:lnTo>
                  <a:lnTo>
                    <a:pt x="644" y="0"/>
                  </a:lnTo>
                  <a:close/>
                </a:path>
              </a:pathLst>
            </a:custGeom>
            <a:solidFill>
              <a:srgbClr val="CECECE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6" name="Freeform 69"/>
            <p:cNvSpPr>
              <a:spLocks/>
            </p:cNvSpPr>
            <p:nvPr userDrawn="1"/>
          </p:nvSpPr>
          <p:spPr bwMode="auto">
            <a:xfrm>
              <a:off x="3086100" y="1171575"/>
              <a:ext cx="1741488" cy="2368550"/>
            </a:xfrm>
            <a:custGeom>
              <a:avLst/>
              <a:gdLst/>
              <a:ahLst/>
              <a:cxnLst>
                <a:cxn ang="0">
                  <a:pos x="644" y="0"/>
                </a:cxn>
                <a:cxn ang="0">
                  <a:pos x="0" y="1492"/>
                </a:cxn>
                <a:cxn ang="0">
                  <a:pos x="906" y="1492"/>
                </a:cxn>
                <a:cxn ang="0">
                  <a:pos x="1097" y="1052"/>
                </a:cxn>
                <a:cxn ang="0">
                  <a:pos x="644" y="0"/>
                </a:cxn>
              </a:cxnLst>
              <a:rect l="0" t="0" r="r" b="b"/>
              <a:pathLst>
                <a:path w="1097" h="1492">
                  <a:moveTo>
                    <a:pt x="644" y="0"/>
                  </a:moveTo>
                  <a:lnTo>
                    <a:pt x="0" y="1492"/>
                  </a:lnTo>
                  <a:lnTo>
                    <a:pt x="906" y="1492"/>
                  </a:lnTo>
                  <a:lnTo>
                    <a:pt x="1097" y="1052"/>
                  </a:lnTo>
                  <a:lnTo>
                    <a:pt x="644" y="0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7" name="Freeform 70"/>
            <p:cNvSpPr>
              <a:spLocks/>
            </p:cNvSpPr>
            <p:nvPr userDrawn="1"/>
          </p:nvSpPr>
          <p:spPr bwMode="auto">
            <a:xfrm>
              <a:off x="5078413" y="3175"/>
              <a:ext cx="979488" cy="11176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11" y="704"/>
                </a:cxn>
                <a:cxn ang="0">
                  <a:pos x="617" y="0"/>
                </a:cxn>
                <a:cxn ang="0">
                  <a:pos x="0" y="0"/>
                </a:cxn>
              </a:cxnLst>
              <a:rect l="0" t="0" r="r" b="b"/>
              <a:pathLst>
                <a:path w="617" h="704">
                  <a:moveTo>
                    <a:pt x="0" y="0"/>
                  </a:moveTo>
                  <a:lnTo>
                    <a:pt x="311" y="704"/>
                  </a:lnTo>
                  <a:lnTo>
                    <a:pt x="61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C0C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8" name="Freeform 71"/>
            <p:cNvSpPr>
              <a:spLocks/>
            </p:cNvSpPr>
            <p:nvPr userDrawn="1"/>
          </p:nvSpPr>
          <p:spPr bwMode="auto">
            <a:xfrm>
              <a:off x="5078413" y="3175"/>
              <a:ext cx="979488" cy="11176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11" y="704"/>
                </a:cxn>
                <a:cxn ang="0">
                  <a:pos x="617" y="0"/>
                </a:cxn>
                <a:cxn ang="0">
                  <a:pos x="0" y="0"/>
                </a:cxn>
              </a:cxnLst>
              <a:rect l="0" t="0" r="r" b="b"/>
              <a:pathLst>
                <a:path w="617" h="704">
                  <a:moveTo>
                    <a:pt x="0" y="0"/>
                  </a:moveTo>
                  <a:lnTo>
                    <a:pt x="311" y="704"/>
                  </a:lnTo>
                  <a:lnTo>
                    <a:pt x="617" y="0"/>
                  </a:lnTo>
                  <a:lnTo>
                    <a:pt x="0" y="0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9" name="Freeform 72"/>
            <p:cNvSpPr>
              <a:spLocks/>
            </p:cNvSpPr>
            <p:nvPr userDrawn="1"/>
          </p:nvSpPr>
          <p:spPr bwMode="auto">
            <a:xfrm>
              <a:off x="5086033" y="3175"/>
              <a:ext cx="979488" cy="1117600"/>
            </a:xfrm>
            <a:custGeom>
              <a:avLst/>
              <a:gdLst/>
              <a:ahLst/>
              <a:cxnLst>
                <a:cxn ang="0">
                  <a:pos x="617" y="0"/>
                </a:cxn>
                <a:cxn ang="0">
                  <a:pos x="0" y="0"/>
                </a:cxn>
                <a:cxn ang="0">
                  <a:pos x="311" y="704"/>
                </a:cxn>
                <a:cxn ang="0">
                  <a:pos x="617" y="0"/>
                </a:cxn>
              </a:cxnLst>
              <a:rect l="0" t="0" r="r" b="b"/>
              <a:pathLst>
                <a:path w="617" h="704">
                  <a:moveTo>
                    <a:pt x="617" y="0"/>
                  </a:moveTo>
                  <a:lnTo>
                    <a:pt x="0" y="0"/>
                  </a:lnTo>
                  <a:lnTo>
                    <a:pt x="311" y="704"/>
                  </a:lnTo>
                  <a:lnTo>
                    <a:pt x="617" y="0"/>
                  </a:lnTo>
                  <a:close/>
                </a:path>
              </a:pathLst>
            </a:custGeom>
            <a:solidFill>
              <a:srgbClr val="9B9B9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0" name="Freeform 73"/>
            <p:cNvSpPr>
              <a:spLocks/>
            </p:cNvSpPr>
            <p:nvPr userDrawn="1"/>
          </p:nvSpPr>
          <p:spPr bwMode="auto">
            <a:xfrm>
              <a:off x="5078413" y="3175"/>
              <a:ext cx="979488" cy="1117600"/>
            </a:xfrm>
            <a:custGeom>
              <a:avLst/>
              <a:gdLst/>
              <a:ahLst/>
              <a:cxnLst>
                <a:cxn ang="0">
                  <a:pos x="617" y="0"/>
                </a:cxn>
                <a:cxn ang="0">
                  <a:pos x="0" y="0"/>
                </a:cxn>
                <a:cxn ang="0">
                  <a:pos x="311" y="704"/>
                </a:cxn>
                <a:cxn ang="0">
                  <a:pos x="617" y="0"/>
                </a:cxn>
              </a:cxnLst>
              <a:rect l="0" t="0" r="r" b="b"/>
              <a:pathLst>
                <a:path w="617" h="704">
                  <a:moveTo>
                    <a:pt x="617" y="0"/>
                  </a:moveTo>
                  <a:lnTo>
                    <a:pt x="0" y="0"/>
                  </a:lnTo>
                  <a:lnTo>
                    <a:pt x="311" y="704"/>
                  </a:lnTo>
                  <a:lnTo>
                    <a:pt x="617" y="0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1" name="Freeform 74"/>
            <p:cNvSpPr>
              <a:spLocks/>
            </p:cNvSpPr>
            <p:nvPr userDrawn="1"/>
          </p:nvSpPr>
          <p:spPr bwMode="auto">
            <a:xfrm>
              <a:off x="4131310" y="3175"/>
              <a:ext cx="1235075" cy="2838450"/>
            </a:xfrm>
            <a:custGeom>
              <a:avLst/>
              <a:gdLst/>
              <a:ahLst/>
              <a:cxnLst>
                <a:cxn ang="0">
                  <a:pos x="317" y="0"/>
                </a:cxn>
                <a:cxn ang="0">
                  <a:pos x="0" y="736"/>
                </a:cxn>
                <a:cxn ang="0">
                  <a:pos x="453" y="1788"/>
                </a:cxn>
                <a:cxn ang="0">
                  <a:pos x="778" y="1039"/>
                </a:cxn>
                <a:cxn ang="0">
                  <a:pos x="317" y="0"/>
                </a:cxn>
              </a:cxnLst>
              <a:rect l="0" t="0" r="r" b="b"/>
              <a:pathLst>
                <a:path w="778" h="1788">
                  <a:moveTo>
                    <a:pt x="317" y="0"/>
                  </a:moveTo>
                  <a:lnTo>
                    <a:pt x="0" y="736"/>
                  </a:lnTo>
                  <a:lnTo>
                    <a:pt x="453" y="1788"/>
                  </a:lnTo>
                  <a:lnTo>
                    <a:pt x="778" y="1039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rgbClr val="ACACAC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2" name="Freeform 75"/>
            <p:cNvSpPr>
              <a:spLocks/>
            </p:cNvSpPr>
            <p:nvPr userDrawn="1"/>
          </p:nvSpPr>
          <p:spPr bwMode="auto">
            <a:xfrm>
              <a:off x="4108450" y="3175"/>
              <a:ext cx="1235075" cy="2838450"/>
            </a:xfrm>
            <a:custGeom>
              <a:avLst/>
              <a:gdLst/>
              <a:ahLst/>
              <a:cxnLst>
                <a:cxn ang="0">
                  <a:pos x="317" y="0"/>
                </a:cxn>
                <a:cxn ang="0">
                  <a:pos x="0" y="736"/>
                </a:cxn>
                <a:cxn ang="0">
                  <a:pos x="453" y="1788"/>
                </a:cxn>
                <a:cxn ang="0">
                  <a:pos x="778" y="1039"/>
                </a:cxn>
                <a:cxn ang="0">
                  <a:pos x="317" y="0"/>
                </a:cxn>
              </a:cxnLst>
              <a:rect l="0" t="0" r="r" b="b"/>
              <a:pathLst>
                <a:path w="778" h="1788">
                  <a:moveTo>
                    <a:pt x="317" y="0"/>
                  </a:moveTo>
                  <a:lnTo>
                    <a:pt x="0" y="736"/>
                  </a:lnTo>
                  <a:lnTo>
                    <a:pt x="453" y="1788"/>
                  </a:lnTo>
                  <a:lnTo>
                    <a:pt x="778" y="1039"/>
                  </a:lnTo>
                  <a:lnTo>
                    <a:pt x="317" y="0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3" name="Freeform 76"/>
            <p:cNvSpPr>
              <a:spLocks/>
            </p:cNvSpPr>
            <p:nvPr userDrawn="1"/>
          </p:nvSpPr>
          <p:spPr bwMode="auto">
            <a:xfrm>
              <a:off x="3635693" y="3175"/>
              <a:ext cx="1006475" cy="1168400"/>
            </a:xfrm>
            <a:custGeom>
              <a:avLst/>
              <a:gdLst/>
              <a:ahLst/>
              <a:cxnLst>
                <a:cxn ang="0">
                  <a:pos x="634" y="0"/>
                </a:cxn>
                <a:cxn ang="0">
                  <a:pos x="0" y="0"/>
                </a:cxn>
                <a:cxn ang="0">
                  <a:pos x="317" y="736"/>
                </a:cxn>
                <a:cxn ang="0">
                  <a:pos x="634" y="0"/>
                </a:cxn>
              </a:cxnLst>
              <a:rect l="0" t="0" r="r" b="b"/>
              <a:pathLst>
                <a:path w="634" h="736">
                  <a:moveTo>
                    <a:pt x="634" y="0"/>
                  </a:moveTo>
                  <a:lnTo>
                    <a:pt x="0" y="0"/>
                  </a:lnTo>
                  <a:lnTo>
                    <a:pt x="317" y="736"/>
                  </a:lnTo>
                  <a:lnTo>
                    <a:pt x="634" y="0"/>
                  </a:lnTo>
                  <a:close/>
                </a:path>
              </a:pathLst>
            </a:custGeom>
            <a:solidFill>
              <a:srgbClr val="90909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" name="Freeform 77"/>
            <p:cNvSpPr>
              <a:spLocks/>
            </p:cNvSpPr>
            <p:nvPr userDrawn="1"/>
          </p:nvSpPr>
          <p:spPr bwMode="auto">
            <a:xfrm>
              <a:off x="3605213" y="3175"/>
              <a:ext cx="1006475" cy="1168400"/>
            </a:xfrm>
            <a:custGeom>
              <a:avLst/>
              <a:gdLst/>
              <a:ahLst/>
              <a:cxnLst>
                <a:cxn ang="0">
                  <a:pos x="634" y="0"/>
                </a:cxn>
                <a:cxn ang="0">
                  <a:pos x="0" y="0"/>
                </a:cxn>
                <a:cxn ang="0">
                  <a:pos x="317" y="736"/>
                </a:cxn>
                <a:cxn ang="0">
                  <a:pos x="634" y="0"/>
                </a:cxn>
              </a:cxnLst>
              <a:rect l="0" t="0" r="r" b="b"/>
              <a:pathLst>
                <a:path w="634" h="736">
                  <a:moveTo>
                    <a:pt x="634" y="0"/>
                  </a:moveTo>
                  <a:lnTo>
                    <a:pt x="0" y="0"/>
                  </a:lnTo>
                  <a:lnTo>
                    <a:pt x="317" y="736"/>
                  </a:lnTo>
                  <a:lnTo>
                    <a:pt x="634" y="0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5" name="Freeform 78"/>
            <p:cNvSpPr>
              <a:spLocks/>
            </p:cNvSpPr>
            <p:nvPr userDrawn="1"/>
          </p:nvSpPr>
          <p:spPr bwMode="auto">
            <a:xfrm>
              <a:off x="2157413" y="3175"/>
              <a:ext cx="1989138" cy="3536950"/>
            </a:xfrm>
            <a:custGeom>
              <a:avLst/>
              <a:gdLst/>
              <a:ahLst/>
              <a:cxnLst>
                <a:cxn ang="0">
                  <a:pos x="936" y="0"/>
                </a:cxn>
                <a:cxn ang="0">
                  <a:pos x="936" y="0"/>
                </a:cxn>
                <a:cxn ang="0">
                  <a:pos x="0" y="2228"/>
                </a:cxn>
                <a:cxn ang="0">
                  <a:pos x="609" y="2228"/>
                </a:cxn>
                <a:cxn ang="0">
                  <a:pos x="1253" y="736"/>
                </a:cxn>
                <a:cxn ang="0">
                  <a:pos x="936" y="0"/>
                </a:cxn>
              </a:cxnLst>
              <a:rect l="0" t="0" r="r" b="b"/>
              <a:pathLst>
                <a:path w="1253" h="2228">
                  <a:moveTo>
                    <a:pt x="936" y="0"/>
                  </a:moveTo>
                  <a:lnTo>
                    <a:pt x="936" y="0"/>
                  </a:lnTo>
                  <a:lnTo>
                    <a:pt x="0" y="2228"/>
                  </a:lnTo>
                  <a:lnTo>
                    <a:pt x="609" y="2228"/>
                  </a:lnTo>
                  <a:lnTo>
                    <a:pt x="1253" y="736"/>
                  </a:lnTo>
                  <a:lnTo>
                    <a:pt x="936" y="0"/>
                  </a:lnTo>
                  <a:close/>
                </a:path>
              </a:pathLst>
            </a:custGeom>
            <a:solidFill>
              <a:srgbClr val="ACACAC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6" name="Freeform 79"/>
            <p:cNvSpPr>
              <a:spLocks/>
            </p:cNvSpPr>
            <p:nvPr userDrawn="1"/>
          </p:nvSpPr>
          <p:spPr bwMode="auto">
            <a:xfrm>
              <a:off x="2119313" y="3175"/>
              <a:ext cx="1989138" cy="3536950"/>
            </a:xfrm>
            <a:custGeom>
              <a:avLst/>
              <a:gdLst/>
              <a:ahLst/>
              <a:cxnLst>
                <a:cxn ang="0">
                  <a:pos x="936" y="0"/>
                </a:cxn>
                <a:cxn ang="0">
                  <a:pos x="936" y="0"/>
                </a:cxn>
                <a:cxn ang="0">
                  <a:pos x="0" y="2228"/>
                </a:cxn>
                <a:cxn ang="0">
                  <a:pos x="609" y="2228"/>
                </a:cxn>
                <a:cxn ang="0">
                  <a:pos x="1253" y="736"/>
                </a:cxn>
                <a:cxn ang="0">
                  <a:pos x="936" y="0"/>
                </a:cxn>
              </a:cxnLst>
              <a:rect l="0" t="0" r="r" b="b"/>
              <a:pathLst>
                <a:path w="1253" h="2228">
                  <a:moveTo>
                    <a:pt x="936" y="0"/>
                  </a:moveTo>
                  <a:lnTo>
                    <a:pt x="936" y="0"/>
                  </a:lnTo>
                  <a:lnTo>
                    <a:pt x="0" y="2228"/>
                  </a:lnTo>
                  <a:lnTo>
                    <a:pt x="609" y="2228"/>
                  </a:lnTo>
                  <a:lnTo>
                    <a:pt x="1253" y="736"/>
                  </a:lnTo>
                  <a:lnTo>
                    <a:pt x="936" y="0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" name="Freeform 80"/>
            <p:cNvSpPr>
              <a:spLocks/>
            </p:cNvSpPr>
            <p:nvPr userDrawn="1"/>
          </p:nvSpPr>
          <p:spPr bwMode="auto">
            <a:xfrm>
              <a:off x="312420" y="3175"/>
              <a:ext cx="3338513" cy="3536950"/>
            </a:xfrm>
            <a:custGeom>
              <a:avLst/>
              <a:gdLst/>
              <a:ahLst/>
              <a:cxnLst>
                <a:cxn ang="0">
                  <a:pos x="2103" y="0"/>
                </a:cxn>
                <a:cxn ang="0">
                  <a:pos x="940" y="0"/>
                </a:cxn>
                <a:cxn ang="0">
                  <a:pos x="0" y="2228"/>
                </a:cxn>
                <a:cxn ang="0">
                  <a:pos x="1167" y="2228"/>
                </a:cxn>
                <a:cxn ang="0">
                  <a:pos x="2103" y="0"/>
                </a:cxn>
              </a:cxnLst>
              <a:rect l="0" t="0" r="r" b="b"/>
              <a:pathLst>
                <a:path w="2103" h="2228">
                  <a:moveTo>
                    <a:pt x="2103" y="0"/>
                  </a:moveTo>
                  <a:lnTo>
                    <a:pt x="940" y="0"/>
                  </a:lnTo>
                  <a:lnTo>
                    <a:pt x="0" y="2228"/>
                  </a:lnTo>
                  <a:lnTo>
                    <a:pt x="1167" y="2228"/>
                  </a:lnTo>
                  <a:lnTo>
                    <a:pt x="2103" y="0"/>
                  </a:lnTo>
                  <a:close/>
                </a:path>
              </a:pathLst>
            </a:custGeom>
            <a:solidFill>
              <a:srgbClr val="CECECE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" name="Freeform 81"/>
            <p:cNvSpPr>
              <a:spLocks/>
            </p:cNvSpPr>
            <p:nvPr userDrawn="1"/>
          </p:nvSpPr>
          <p:spPr bwMode="auto">
            <a:xfrm>
              <a:off x="266700" y="3175"/>
              <a:ext cx="3338513" cy="3536950"/>
            </a:xfrm>
            <a:custGeom>
              <a:avLst/>
              <a:gdLst/>
              <a:ahLst/>
              <a:cxnLst>
                <a:cxn ang="0">
                  <a:pos x="2103" y="0"/>
                </a:cxn>
                <a:cxn ang="0">
                  <a:pos x="940" y="0"/>
                </a:cxn>
                <a:cxn ang="0">
                  <a:pos x="0" y="2228"/>
                </a:cxn>
                <a:cxn ang="0">
                  <a:pos x="1167" y="2228"/>
                </a:cxn>
                <a:cxn ang="0">
                  <a:pos x="2103" y="0"/>
                </a:cxn>
              </a:cxnLst>
              <a:rect l="0" t="0" r="r" b="b"/>
              <a:pathLst>
                <a:path w="2103" h="2228">
                  <a:moveTo>
                    <a:pt x="2103" y="0"/>
                  </a:moveTo>
                  <a:lnTo>
                    <a:pt x="940" y="0"/>
                  </a:lnTo>
                  <a:lnTo>
                    <a:pt x="0" y="2228"/>
                  </a:lnTo>
                  <a:lnTo>
                    <a:pt x="1167" y="2228"/>
                  </a:lnTo>
                  <a:lnTo>
                    <a:pt x="2103" y="0"/>
                  </a:lnTo>
                </a:path>
              </a:pathLst>
            </a:custGeom>
            <a:no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26" name="AutoShape 4"/>
          <p:cNvSpPr>
            <a:spLocks noChangeAspect="1" noChangeArrowheads="1" noTextEdit="1"/>
          </p:cNvSpPr>
          <p:nvPr userDrawn="1"/>
        </p:nvSpPr>
        <p:spPr bwMode="auto">
          <a:xfrm>
            <a:off x="-4" y="-1"/>
            <a:ext cx="9906004" cy="34956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8" name="Freeform 7"/>
          <p:cNvSpPr>
            <a:spLocks/>
          </p:cNvSpPr>
          <p:nvPr userDrawn="1"/>
        </p:nvSpPr>
        <p:spPr bwMode="auto">
          <a:xfrm>
            <a:off x="5205921" y="3165"/>
            <a:ext cx="4700079" cy="3495684"/>
          </a:xfrm>
          <a:custGeom>
            <a:avLst/>
            <a:gdLst/>
            <a:ahLst/>
            <a:cxnLst>
              <a:cxn ang="0">
                <a:pos x="2964" y="2208"/>
              </a:cxn>
              <a:cxn ang="0">
                <a:pos x="980" y="2208"/>
              </a:cxn>
              <a:cxn ang="0">
                <a:pos x="0" y="0"/>
              </a:cxn>
              <a:cxn ang="0">
                <a:pos x="2964" y="0"/>
              </a:cxn>
              <a:cxn ang="0">
                <a:pos x="2964" y="2208"/>
              </a:cxn>
            </a:cxnLst>
            <a:rect l="0" t="0" r="r" b="b"/>
            <a:pathLst>
              <a:path w="2964" h="2208">
                <a:moveTo>
                  <a:pt x="2964" y="2208"/>
                </a:moveTo>
                <a:lnTo>
                  <a:pt x="980" y="2208"/>
                </a:lnTo>
                <a:lnTo>
                  <a:pt x="0" y="0"/>
                </a:lnTo>
                <a:lnTo>
                  <a:pt x="2964" y="0"/>
                </a:lnTo>
                <a:lnTo>
                  <a:pt x="2964" y="2208"/>
                </a:lnTo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0" name="Freeform 9"/>
          <p:cNvSpPr>
            <a:spLocks/>
          </p:cNvSpPr>
          <p:nvPr userDrawn="1"/>
        </p:nvSpPr>
        <p:spPr bwMode="auto">
          <a:xfrm>
            <a:off x="4947448" y="1622769"/>
            <a:ext cx="1344692" cy="1876081"/>
          </a:xfrm>
          <a:custGeom>
            <a:avLst/>
            <a:gdLst/>
            <a:ahLst/>
            <a:cxnLst>
              <a:cxn ang="0">
                <a:pos x="321" y="0"/>
              </a:cxn>
              <a:cxn ang="0">
                <a:pos x="0" y="746"/>
              </a:cxn>
              <a:cxn ang="0">
                <a:pos x="189" y="1185"/>
              </a:cxn>
              <a:cxn ang="0">
                <a:pos x="848" y="1185"/>
              </a:cxn>
              <a:cxn ang="0">
                <a:pos x="321" y="0"/>
              </a:cxn>
            </a:cxnLst>
            <a:rect l="0" t="0" r="r" b="b"/>
            <a:pathLst>
              <a:path w="848" h="1185">
                <a:moveTo>
                  <a:pt x="321" y="0"/>
                </a:moveTo>
                <a:lnTo>
                  <a:pt x="0" y="746"/>
                </a:lnTo>
                <a:lnTo>
                  <a:pt x="189" y="1185"/>
                </a:lnTo>
                <a:lnTo>
                  <a:pt x="848" y="1185"/>
                </a:lnTo>
                <a:lnTo>
                  <a:pt x="321" y="0"/>
                </a:lnTo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2" name="Freeform 11"/>
          <p:cNvSpPr>
            <a:spLocks noEditPoints="1"/>
          </p:cNvSpPr>
          <p:nvPr userDrawn="1"/>
        </p:nvSpPr>
        <p:spPr bwMode="auto">
          <a:xfrm>
            <a:off x="-3175" y="3165"/>
            <a:ext cx="6160529" cy="3495684"/>
          </a:xfrm>
          <a:custGeom>
            <a:avLst/>
            <a:gdLst/>
            <a:ahLst/>
            <a:cxnLst>
              <a:cxn ang="0">
                <a:pos x="2327" y="0"/>
              </a:cxn>
              <a:cxn ang="0">
                <a:pos x="0" y="0"/>
              </a:cxn>
              <a:cxn ang="0">
                <a:pos x="0" y="2208"/>
              </a:cxn>
              <a:cxn ang="0">
                <a:pos x="2932" y="2208"/>
              </a:cxn>
              <a:cxn ang="0">
                <a:pos x="3122" y="1769"/>
              </a:cxn>
              <a:cxn ang="0">
                <a:pos x="2669" y="721"/>
              </a:cxn>
              <a:cxn ang="0">
                <a:pos x="2027" y="2208"/>
              </a:cxn>
              <a:cxn ang="0">
                <a:pos x="1400" y="2208"/>
              </a:cxn>
              <a:cxn ang="0">
                <a:pos x="2327" y="0"/>
              </a:cxn>
              <a:cxn ang="0">
                <a:pos x="3885" y="0"/>
              </a:cxn>
              <a:cxn ang="0">
                <a:pos x="2981" y="0"/>
              </a:cxn>
              <a:cxn ang="0">
                <a:pos x="2988" y="0"/>
              </a:cxn>
              <a:cxn ang="0">
                <a:pos x="3443" y="1023"/>
              </a:cxn>
              <a:cxn ang="0">
                <a:pos x="3589" y="686"/>
              </a:cxn>
              <a:cxn ang="0">
                <a:pos x="3285" y="0"/>
              </a:cxn>
              <a:cxn ang="0">
                <a:pos x="3885" y="0"/>
              </a:cxn>
            </a:cxnLst>
            <a:rect l="0" t="0" r="r" b="b"/>
            <a:pathLst>
              <a:path w="3885" h="2208">
                <a:moveTo>
                  <a:pt x="2327" y="0"/>
                </a:moveTo>
                <a:lnTo>
                  <a:pt x="0" y="0"/>
                </a:lnTo>
                <a:lnTo>
                  <a:pt x="0" y="2208"/>
                </a:lnTo>
                <a:lnTo>
                  <a:pt x="2932" y="2208"/>
                </a:lnTo>
                <a:lnTo>
                  <a:pt x="3122" y="1769"/>
                </a:lnTo>
                <a:lnTo>
                  <a:pt x="2669" y="721"/>
                </a:lnTo>
                <a:lnTo>
                  <a:pt x="2027" y="2208"/>
                </a:lnTo>
                <a:lnTo>
                  <a:pt x="1400" y="2208"/>
                </a:lnTo>
                <a:lnTo>
                  <a:pt x="2327" y="0"/>
                </a:lnTo>
                <a:moveTo>
                  <a:pt x="3885" y="0"/>
                </a:moveTo>
                <a:lnTo>
                  <a:pt x="2981" y="0"/>
                </a:lnTo>
                <a:lnTo>
                  <a:pt x="2988" y="0"/>
                </a:lnTo>
                <a:lnTo>
                  <a:pt x="3443" y="1023"/>
                </a:lnTo>
                <a:lnTo>
                  <a:pt x="3589" y="686"/>
                </a:lnTo>
                <a:lnTo>
                  <a:pt x="3285" y="0"/>
                </a:lnTo>
                <a:lnTo>
                  <a:pt x="3885" y="0"/>
                </a:lnTo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4" name="Freeform 13"/>
          <p:cNvSpPr>
            <a:spLocks/>
          </p:cNvSpPr>
          <p:nvPr userDrawn="1"/>
        </p:nvSpPr>
        <p:spPr bwMode="auto">
          <a:xfrm>
            <a:off x="5205921" y="3165"/>
            <a:ext cx="951433" cy="1086068"/>
          </a:xfrm>
          <a:custGeom>
            <a:avLst/>
            <a:gdLst/>
            <a:ahLst/>
            <a:cxnLst>
              <a:cxn ang="0">
                <a:pos x="600" y="0"/>
              </a:cxn>
              <a:cxn ang="0">
                <a:pos x="0" y="0"/>
              </a:cxn>
              <a:cxn ang="0">
                <a:pos x="304" y="686"/>
              </a:cxn>
              <a:cxn ang="0">
                <a:pos x="600" y="0"/>
              </a:cxn>
            </a:cxnLst>
            <a:rect l="0" t="0" r="r" b="b"/>
            <a:pathLst>
              <a:path w="600" h="686">
                <a:moveTo>
                  <a:pt x="600" y="0"/>
                </a:moveTo>
                <a:lnTo>
                  <a:pt x="0" y="0"/>
                </a:lnTo>
                <a:lnTo>
                  <a:pt x="304" y="686"/>
                </a:lnTo>
                <a:lnTo>
                  <a:pt x="600" y="0"/>
                </a:lnTo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6" name="Freeform 15"/>
          <p:cNvSpPr>
            <a:spLocks/>
          </p:cNvSpPr>
          <p:nvPr userDrawn="1"/>
        </p:nvSpPr>
        <p:spPr bwMode="auto">
          <a:xfrm>
            <a:off x="4229117" y="3165"/>
            <a:ext cx="1227349" cy="2800664"/>
          </a:xfrm>
          <a:custGeom>
            <a:avLst/>
            <a:gdLst/>
            <a:ahLst/>
            <a:cxnLst>
              <a:cxn ang="0">
                <a:pos x="319" y="0"/>
              </a:cxn>
              <a:cxn ang="0">
                <a:pos x="312" y="0"/>
              </a:cxn>
              <a:cxn ang="0">
                <a:pos x="0" y="721"/>
              </a:cxn>
              <a:cxn ang="0">
                <a:pos x="453" y="1769"/>
              </a:cxn>
              <a:cxn ang="0">
                <a:pos x="774" y="1023"/>
              </a:cxn>
              <a:cxn ang="0">
                <a:pos x="319" y="0"/>
              </a:cxn>
            </a:cxnLst>
            <a:rect l="0" t="0" r="r" b="b"/>
            <a:pathLst>
              <a:path w="774" h="1769">
                <a:moveTo>
                  <a:pt x="319" y="0"/>
                </a:moveTo>
                <a:lnTo>
                  <a:pt x="312" y="0"/>
                </a:lnTo>
                <a:lnTo>
                  <a:pt x="0" y="721"/>
                </a:lnTo>
                <a:lnTo>
                  <a:pt x="453" y="1769"/>
                </a:lnTo>
                <a:lnTo>
                  <a:pt x="774" y="1023"/>
                </a:lnTo>
                <a:lnTo>
                  <a:pt x="319" y="0"/>
                </a:lnTo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8" name="Freeform 17"/>
          <p:cNvSpPr>
            <a:spLocks/>
          </p:cNvSpPr>
          <p:nvPr userDrawn="1"/>
        </p:nvSpPr>
        <p:spPr bwMode="auto">
          <a:xfrm>
            <a:off x="2216835" y="3165"/>
            <a:ext cx="2507026" cy="3495684"/>
          </a:xfrm>
          <a:custGeom>
            <a:avLst/>
            <a:gdLst/>
            <a:ahLst/>
            <a:cxnLst>
              <a:cxn ang="0">
                <a:pos x="1581" y="0"/>
              </a:cxn>
              <a:cxn ang="0">
                <a:pos x="927" y="0"/>
              </a:cxn>
              <a:cxn ang="0">
                <a:pos x="0" y="2208"/>
              </a:cxn>
              <a:cxn ang="0">
                <a:pos x="627" y="2208"/>
              </a:cxn>
              <a:cxn ang="0">
                <a:pos x="1269" y="721"/>
              </a:cxn>
              <a:cxn ang="0">
                <a:pos x="957" y="0"/>
              </a:cxn>
              <a:cxn ang="0">
                <a:pos x="1581" y="0"/>
              </a:cxn>
            </a:cxnLst>
            <a:rect l="0" t="0" r="r" b="b"/>
            <a:pathLst>
              <a:path w="1581" h="2208">
                <a:moveTo>
                  <a:pt x="1581" y="0"/>
                </a:moveTo>
                <a:lnTo>
                  <a:pt x="927" y="0"/>
                </a:lnTo>
                <a:lnTo>
                  <a:pt x="0" y="2208"/>
                </a:lnTo>
                <a:lnTo>
                  <a:pt x="627" y="2208"/>
                </a:lnTo>
                <a:lnTo>
                  <a:pt x="1269" y="721"/>
                </a:lnTo>
                <a:lnTo>
                  <a:pt x="957" y="0"/>
                </a:lnTo>
                <a:lnTo>
                  <a:pt x="1581" y="0"/>
                </a:lnTo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40" name="Freeform 19"/>
          <p:cNvSpPr>
            <a:spLocks/>
          </p:cNvSpPr>
          <p:nvPr userDrawn="1"/>
        </p:nvSpPr>
        <p:spPr bwMode="auto">
          <a:xfrm>
            <a:off x="3734371" y="3165"/>
            <a:ext cx="989490" cy="1141481"/>
          </a:xfrm>
          <a:custGeom>
            <a:avLst/>
            <a:gdLst/>
            <a:ahLst/>
            <a:cxnLst>
              <a:cxn ang="0">
                <a:pos x="624" y="0"/>
              </a:cxn>
              <a:cxn ang="0">
                <a:pos x="0" y="0"/>
              </a:cxn>
              <a:cxn ang="0">
                <a:pos x="312" y="721"/>
              </a:cxn>
              <a:cxn ang="0">
                <a:pos x="624" y="0"/>
              </a:cxn>
            </a:cxnLst>
            <a:rect l="0" t="0" r="r" b="b"/>
            <a:pathLst>
              <a:path w="624" h="721">
                <a:moveTo>
                  <a:pt x="624" y="0"/>
                </a:moveTo>
                <a:lnTo>
                  <a:pt x="0" y="0"/>
                </a:lnTo>
                <a:lnTo>
                  <a:pt x="312" y="721"/>
                </a:lnTo>
                <a:lnTo>
                  <a:pt x="624" y="0"/>
                </a:lnTo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" name="Text Placeholder 17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66400" y="3600000"/>
            <a:ext cx="7821613" cy="8604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en-GB" sz="24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itchFamily="34" charset="-128"/>
                <a:cs typeface="Arial Unicode MS" pitchFamily="34" charset="-128"/>
              </a:defRPr>
            </a:lvl1pPr>
          </a:lstStyle>
          <a:p>
            <a:pPr marL="0" marR="0" lvl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Enter your title here</a:t>
            </a:r>
            <a:endParaRPr lang="en-GB" dirty="0" smtClean="0"/>
          </a:p>
        </p:txBody>
      </p:sp>
      <p:sp>
        <p:nvSpPr>
          <p:cNvPr id="11" name="Title 15"/>
          <p:cNvSpPr>
            <a:spLocks noGrp="1"/>
          </p:cNvSpPr>
          <p:nvPr userDrawn="1">
            <p:ph type="title" hasCustomPrompt="1"/>
          </p:nvPr>
        </p:nvSpPr>
        <p:spPr>
          <a:xfrm>
            <a:off x="266400" y="4608000"/>
            <a:ext cx="7821613" cy="507600"/>
          </a:xfrm>
          <a:prstGeom prst="rect">
            <a:avLst/>
          </a:prstGeom>
        </p:spPr>
        <p:txBody>
          <a:bodyPr lIns="0" tIns="72000" rIns="0" bIns="0" anchor="t" anchorCtr="0"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lang="en-GB" sz="1800" b="1" baseline="0" dirty="0">
                <a:solidFill>
                  <a:schemeClr val="tx1"/>
                </a:solidFill>
                <a:latin typeface="+mn-lt"/>
                <a:ea typeface="MS PGothic" pitchFamily="34" charset="-128"/>
                <a:cs typeface="Arial Unicode MS" pitchFamily="34" charset="-128"/>
              </a:defRPr>
            </a:lvl1pPr>
          </a:lstStyle>
          <a:p>
            <a:pPr lvl="0" algn="l" defTabSz="957263" rtl="0" eaLnBrk="1" fontAlgn="base" hangingPunct="1">
              <a:spcBef>
                <a:spcPts val="1000"/>
              </a:spcBef>
              <a:spcAft>
                <a:spcPts val="1000"/>
              </a:spcAft>
              <a:buClr>
                <a:srgbClr val="CC3300"/>
              </a:buClr>
            </a:pPr>
            <a:r>
              <a:rPr lang="en-US" dirty="0" smtClean="0"/>
              <a:t>Enter your subtitle here</a:t>
            </a:r>
            <a:endParaRPr lang="en-GB" dirty="0"/>
          </a:p>
        </p:txBody>
      </p:sp>
      <p:pic>
        <p:nvPicPr>
          <p:cNvPr id="57" name="Picture 56" descr="NOMURA_A4_PMS_1797.emf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 bwMode="white">
          <a:xfrm>
            <a:off x="8355804" y="306904"/>
            <a:ext cx="1260000" cy="2228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 userDrawn="1"/>
        </p:nvSpPr>
        <p:spPr>
          <a:xfrm>
            <a:off x="1897200" y="57600"/>
            <a:ext cx="6336000" cy="720000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GB" sz="1800" b="1" baseline="0" dirty="0" smtClean="0">
                <a:ea typeface="MS PGothic" pitchFamily="34" charset="-128"/>
              </a:rPr>
              <a:t>Table of contents</a:t>
            </a:r>
            <a:endParaRPr lang="en-GB" sz="1800" b="1" baseline="0" dirty="0">
              <a:ea typeface="MS PGothic" pitchFamily="34" charset="-128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"/>
          <p:cNvSpPr>
            <a:spLocks noGrp="1"/>
          </p:cNvSpPr>
          <p:nvPr>
            <p:ph type="ftr" sz="quarter" idx="3"/>
          </p:nvPr>
        </p:nvSpPr>
        <p:spPr>
          <a:xfrm>
            <a:off x="8834400" y="6523049"/>
            <a:ext cx="795760" cy="230400"/>
          </a:xfrm>
          <a:prstGeom prst="rect">
            <a:avLst/>
          </a:prstGeom>
        </p:spPr>
        <p:txBody>
          <a:bodyPr lIns="0" tIns="0" rIns="18000" bIns="18000" anchor="ctr"/>
          <a:lstStyle>
            <a:lvl1pPr algn="ctr"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B1F92669-E9AC-495A-9485-4D654D029480}" type="slidenum">
              <a:rPr lang="en-GB" smtClean="0"/>
              <a:pPr algn="r"/>
              <a:t>‹#›</a:t>
            </a:fld>
            <a:endParaRPr lang="en-GB" dirty="0"/>
          </a:p>
        </p:txBody>
      </p:sp>
      <p:sp>
        <p:nvSpPr>
          <p:cNvPr id="7" name="Subheader Placeholder"/>
          <p:cNvSpPr>
            <a:spLocks noGrp="1"/>
          </p:cNvSpPr>
          <p:nvPr>
            <p:ph type="body" sz="quarter" idx="14" hasCustomPrompt="1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</p:spPr>
        <p:txBody>
          <a:bodyPr lIns="0" tIns="0" rIns="0" bIns="0" anchor="b" anchorCtr="0"/>
          <a:lstStyle>
            <a:lvl1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sz="700" i="1" baseline="0">
                <a:ea typeface="MS PGothic" pitchFamily="34" charset="-128"/>
              </a:defRPr>
            </a:lvl1pPr>
          </a:lstStyle>
          <a:p>
            <a:pPr lvl="0"/>
            <a:r>
              <a:rPr lang="en-GB" dirty="0" smtClean="0"/>
              <a:t>Source / Disclaimer / Annotations: 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85800" y="1752600"/>
            <a:ext cx="9360000" cy="47362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64800" rIns="46800" bIns="64800"/>
          <a:lstStyle>
            <a:lvl1pPr marL="0" indent="0" algn="l" defTabSz="815780" rtl="0" fontAlgn="base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SzPct val="150000"/>
              <a:buFontTx/>
              <a:buNone/>
              <a:tabLst/>
              <a:defRPr lang="en-US" sz="18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fontAlgn="base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lang="en-US" sz="180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7188" indent="-177800" algn="l" defTabSz="815780" rtl="0" fontAlgn="base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200"/>
              <a:buFont typeface="Arial" pitchFamily="34" charset="0"/>
              <a:buChar char="–"/>
              <a:defRPr lang="en-US" sz="180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36575" indent="-179388" algn="l" defTabSz="815780" rtl="0" fontAlgn="base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200"/>
              <a:buFont typeface="Symbol"/>
              <a:buChar char="-"/>
              <a:defRPr lang="en-US" sz="18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fontAlgn="base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200"/>
              <a:buFont typeface="Symbol"/>
              <a:buChar char="-"/>
              <a:defRPr lang="en-GB" sz="18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  <a:endParaRPr lang="en-GB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685800" y="1066800"/>
            <a:ext cx="9360000" cy="5760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800" b="1" baseline="0">
                <a:latin typeface="+mj-lt"/>
                <a:ea typeface="MS PGothic" pitchFamily="34" charset="-128"/>
              </a:defRPr>
            </a:lvl1pPr>
          </a:lstStyle>
          <a:p>
            <a:pPr lvl="0"/>
            <a:r>
              <a:rPr lang="en-US" dirty="0" smtClean="0"/>
              <a:t>Subheading text (optional)</a:t>
            </a:r>
            <a:br>
              <a:rPr lang="en-US" dirty="0" smtClean="0"/>
            </a:br>
            <a:r>
              <a:rPr lang="en-US" dirty="0" smtClean="0"/>
              <a:t>Subheading text (optional)</a:t>
            </a:r>
          </a:p>
        </p:txBody>
      </p:sp>
      <p:sp>
        <p:nvSpPr>
          <p:cNvPr id="6" name="Slide Header Placeholder"/>
          <p:cNvSpPr>
            <a:spLocks noGrp="1"/>
          </p:cNvSpPr>
          <p:nvPr>
            <p:ph type="title" hasCustomPrompt="1"/>
          </p:nvPr>
        </p:nvSpPr>
        <p:spPr>
          <a:xfrm>
            <a:off x="1897200" y="57600"/>
            <a:ext cx="6336000" cy="7200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lang="en-GB" sz="2800" b="1" baseline="0" dirty="0">
                <a:solidFill>
                  <a:schemeClr val="tx1"/>
                </a:solidFill>
                <a:latin typeface="+mj-lt"/>
                <a:ea typeface="MS PGothic" pitchFamily="34" charset="-128"/>
                <a:cs typeface="Arial Unicode MS" pitchFamily="34" charset="-128"/>
              </a:defRPr>
            </a:lvl1pPr>
          </a:lstStyle>
          <a:p>
            <a:r>
              <a:rPr lang="en-GB" dirty="0" smtClean="0"/>
              <a:t>Main text</a:t>
            </a:r>
            <a:endParaRPr lang="en-GB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66400" y="1900799"/>
            <a:ext cx="9360000" cy="4538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fontAlgn="base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SzPct val="150000"/>
              <a:buFontTx/>
              <a:buNone/>
              <a:tabLst/>
              <a:defRPr lang="en-US" sz="12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fontAlgn="base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lang="en-US" sz="120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7188" indent="-177800" algn="l" defTabSz="815780" rtl="0" fontAlgn="base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200"/>
              <a:buFont typeface="Arial" pitchFamily="34" charset="0"/>
              <a:buChar char="–"/>
              <a:defRPr lang="en-US" sz="120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36575" indent="-179388" algn="l" defTabSz="815780" rtl="0" fontAlgn="base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200"/>
              <a:buFont typeface="Symbol"/>
              <a:buChar char="-"/>
              <a:defRPr lang="en-US" sz="12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fontAlgn="base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200"/>
              <a:buFont typeface="Symbol"/>
              <a:buChar char="-"/>
              <a:defRPr lang="en-GB" sz="12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  <a:endParaRPr lang="en-GB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66400" y="1684068"/>
            <a:ext cx="9360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13" name="Slide Header Placeholder"/>
          <p:cNvSpPr>
            <a:spLocks noGrp="1"/>
          </p:cNvSpPr>
          <p:nvPr>
            <p:ph type="title" hasCustomPrompt="1"/>
          </p:nvPr>
        </p:nvSpPr>
        <p:spPr>
          <a:xfrm>
            <a:off x="1897200" y="57600"/>
            <a:ext cx="6336000" cy="7200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lang="en-GB" sz="1800" b="1" baseline="0" dirty="0">
                <a:solidFill>
                  <a:schemeClr val="tx1"/>
                </a:solidFill>
                <a:latin typeface="+mj-lt"/>
                <a:ea typeface="MS PGothic" pitchFamily="34" charset="-128"/>
                <a:cs typeface="Arial Unicode MS" pitchFamily="34" charset="-128"/>
              </a:defRPr>
            </a:lvl1pPr>
          </a:lstStyle>
          <a:p>
            <a:r>
              <a:rPr lang="en-GB" dirty="0" smtClean="0"/>
              <a:t>Main text</a:t>
            </a:r>
            <a:endParaRPr lang="en-GB" dirty="0"/>
          </a:p>
        </p:txBody>
      </p:sp>
      <p:sp>
        <p:nvSpPr>
          <p:cNvPr id="14" name="Subheader Placeholder"/>
          <p:cNvSpPr>
            <a:spLocks noGrp="1"/>
          </p:cNvSpPr>
          <p:nvPr>
            <p:ph type="body" sz="quarter" idx="14" hasCustomPrompt="1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</p:spPr>
        <p:txBody>
          <a:bodyPr lIns="0" tIns="0" rIns="0" bIns="0" anchor="b" anchorCtr="0"/>
          <a:lstStyle>
            <a:lvl1pPr marL="228600" indent="-228600"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GB" sz="700" i="1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Arial Unicode MS" pitchFamily="34" charset="-128"/>
              </a:defRPr>
            </a:lvl1pPr>
          </a:lstStyle>
          <a:p>
            <a:pPr marL="228600" lvl="0" indent="-228600" algn="l" defTabSz="957263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lang="en-GB" dirty="0" smtClean="0"/>
              <a:t>Source / Disclaimer / Annotations: </a:t>
            </a:r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400" b="1" baseline="0">
                <a:latin typeface="+mj-lt"/>
                <a:ea typeface="MS PGothic" pitchFamily="34" charset="-128"/>
              </a:defRPr>
            </a:lvl1pPr>
          </a:lstStyle>
          <a:p>
            <a:pPr lvl="0"/>
            <a:r>
              <a:rPr lang="en-US" dirty="0" smtClean="0"/>
              <a:t>Subheading text (optional)</a:t>
            </a:r>
            <a:br>
              <a:rPr lang="en-US" dirty="0" smtClean="0"/>
            </a:br>
            <a:r>
              <a:rPr lang="en-US" dirty="0" smtClean="0"/>
              <a:t>Subheading text (optional)</a:t>
            </a:r>
          </a:p>
        </p:txBody>
      </p:sp>
      <p:sp>
        <p:nvSpPr>
          <p:cNvPr id="10" name="Slide Number Placeholder"/>
          <p:cNvSpPr>
            <a:spLocks noGrp="1"/>
          </p:cNvSpPr>
          <p:nvPr>
            <p:ph type="ftr" sz="quarter" idx="3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</p:spPr>
        <p:txBody>
          <a:bodyPr lIns="0" tIns="0" rIns="18000" bIns="18000" anchor="ctr"/>
          <a:lstStyle>
            <a:lvl1pPr algn="ctr"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96A6800-FFF6-4ED7-8C1A-BE1D2596D2A3}" type="slidenum">
              <a:rPr lang="en-GB" smtClean="0"/>
              <a:pPr algn="r"/>
              <a:t>‹#›</a:t>
            </a:fld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66400" y="1900801"/>
            <a:ext cx="4608000" cy="4538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19" hasCustomPrompt="1"/>
          </p:nvPr>
        </p:nvSpPr>
        <p:spPr>
          <a:xfrm>
            <a:off x="5022000" y="1900801"/>
            <a:ext cx="4608160" cy="4538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16" name="Slide Header Placeholder"/>
          <p:cNvSpPr>
            <a:spLocks noGrp="1"/>
          </p:cNvSpPr>
          <p:nvPr>
            <p:ph type="title" hasCustomPrompt="1"/>
          </p:nvPr>
        </p:nvSpPr>
        <p:spPr>
          <a:xfrm>
            <a:off x="1897200" y="57600"/>
            <a:ext cx="6336000" cy="7200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lang="en-GB" sz="1800" b="1" baseline="0" dirty="0">
                <a:solidFill>
                  <a:schemeClr val="tx1"/>
                </a:solidFill>
                <a:latin typeface="+mj-lt"/>
                <a:ea typeface="MS PGothic" pitchFamily="34" charset="-128"/>
                <a:cs typeface="Arial Unicode MS" pitchFamily="34" charset="-128"/>
              </a:defRPr>
            </a:lvl1pPr>
          </a:lstStyle>
          <a:p>
            <a:r>
              <a:rPr lang="en-GB" dirty="0" smtClean="0"/>
              <a:t>Main text</a:t>
            </a:r>
            <a:endParaRPr lang="en-GB" dirty="0"/>
          </a:p>
        </p:txBody>
      </p:sp>
      <p:sp>
        <p:nvSpPr>
          <p:cNvPr id="17" name="Subheader Placeholder"/>
          <p:cNvSpPr>
            <a:spLocks noGrp="1"/>
          </p:cNvSpPr>
          <p:nvPr>
            <p:ph type="body" sz="quarter" idx="14" hasCustomPrompt="1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</p:spPr>
        <p:txBody>
          <a:bodyPr lIns="0" tIns="0" rIns="0" bIns="0" anchor="b" anchorCtr="0"/>
          <a:lstStyle>
            <a:lvl1pPr marL="228600" indent="-228600"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GB" sz="700" i="1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Arial Unicode MS" pitchFamily="34" charset="-128"/>
              </a:defRPr>
            </a:lvl1pPr>
          </a:lstStyle>
          <a:p>
            <a:pPr marL="228600" lvl="0" indent="-228600" algn="l" defTabSz="957263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lang="en-GB" dirty="0" smtClean="0"/>
              <a:t>Source / Disclaimer / Annotations: 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400" b="1" baseline="0">
                <a:latin typeface="+mj-lt"/>
                <a:ea typeface="MS PGothic" pitchFamily="34" charset="-128"/>
              </a:defRPr>
            </a:lvl1pPr>
          </a:lstStyle>
          <a:p>
            <a:pPr lvl="0"/>
            <a:r>
              <a:rPr lang="en-US" dirty="0" smtClean="0"/>
              <a:t>Subheading text (optional)</a:t>
            </a:r>
            <a:br>
              <a:rPr lang="en-US" dirty="0" smtClean="0"/>
            </a:br>
            <a:r>
              <a:rPr lang="en-US" dirty="0" smtClean="0"/>
              <a:t>Subheading text (optional)</a:t>
            </a:r>
          </a:p>
        </p:txBody>
      </p:sp>
      <p:sp>
        <p:nvSpPr>
          <p:cNvPr id="10" name="Slide Number Placeholder"/>
          <p:cNvSpPr>
            <a:spLocks noGrp="1"/>
          </p:cNvSpPr>
          <p:nvPr>
            <p:ph type="ftr" sz="quarter" idx="3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</p:spPr>
        <p:txBody>
          <a:bodyPr lIns="0" tIns="0" rIns="18000" bIns="18000" anchor="ctr"/>
          <a:lstStyle>
            <a:lvl1pPr algn="ctr"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96A6800-FFF6-4ED7-8C1A-BE1D2596D2A3}" type="slidenum">
              <a:rPr lang="en-GB" smtClean="0"/>
              <a:pPr algn="r"/>
              <a:t>‹#›</a:t>
            </a:fld>
            <a:endParaRPr lang="en-GB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66400" y="1684068"/>
            <a:ext cx="4608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idx="20" hasCustomPrompt="1"/>
          </p:nvPr>
        </p:nvSpPr>
        <p:spPr>
          <a:xfrm>
            <a:off x="5022024" y="1684068"/>
            <a:ext cx="460816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3"/>
          <p:cNvSpPr>
            <a:spLocks noGrp="1"/>
          </p:cNvSpPr>
          <p:nvPr>
            <p:ph sz="half" idx="26" hasCustomPrompt="1"/>
          </p:nvPr>
        </p:nvSpPr>
        <p:spPr>
          <a:xfrm>
            <a:off x="266400" y="1900800"/>
            <a:ext cx="9360000" cy="2125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27" hasCustomPrompt="1"/>
          </p:nvPr>
        </p:nvSpPr>
        <p:spPr>
          <a:xfrm>
            <a:off x="266400" y="4305599"/>
            <a:ext cx="9360000" cy="2133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18" name="Slide Header Placeholder"/>
          <p:cNvSpPr>
            <a:spLocks noGrp="1"/>
          </p:cNvSpPr>
          <p:nvPr>
            <p:ph type="title" hasCustomPrompt="1"/>
          </p:nvPr>
        </p:nvSpPr>
        <p:spPr>
          <a:xfrm>
            <a:off x="1897200" y="57600"/>
            <a:ext cx="6336000" cy="7200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lang="en-GB" sz="1800" b="1" baseline="0" dirty="0">
                <a:solidFill>
                  <a:schemeClr val="tx1"/>
                </a:solidFill>
                <a:latin typeface="+mj-lt"/>
                <a:ea typeface="MS PGothic" pitchFamily="34" charset="-128"/>
                <a:cs typeface="Arial Unicode MS" pitchFamily="34" charset="-128"/>
              </a:defRPr>
            </a:lvl1pPr>
          </a:lstStyle>
          <a:p>
            <a:r>
              <a:rPr lang="en-GB" dirty="0" smtClean="0"/>
              <a:t>Main text</a:t>
            </a:r>
            <a:endParaRPr lang="en-GB" dirty="0"/>
          </a:p>
        </p:txBody>
      </p:sp>
      <p:sp>
        <p:nvSpPr>
          <p:cNvPr id="21" name="Subheader Placeholder"/>
          <p:cNvSpPr>
            <a:spLocks noGrp="1"/>
          </p:cNvSpPr>
          <p:nvPr>
            <p:ph type="body" sz="quarter" idx="14" hasCustomPrompt="1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</p:spPr>
        <p:txBody>
          <a:bodyPr lIns="0" tIns="0" rIns="0" bIns="0" anchor="b" anchorCtr="0"/>
          <a:lstStyle>
            <a:lvl1pPr marL="228600" indent="-228600"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GB" sz="700" i="1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Arial Unicode MS" pitchFamily="34" charset="-128"/>
              </a:defRPr>
            </a:lvl1pPr>
          </a:lstStyle>
          <a:p>
            <a:pPr marL="228600" lvl="0" indent="-228600" algn="l" defTabSz="957263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lang="en-GB" dirty="0" smtClean="0"/>
              <a:t>Source / Disclaimer / Annotations: 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400" b="1" baseline="0">
                <a:latin typeface="+mj-lt"/>
                <a:ea typeface="MS PGothic" pitchFamily="34" charset="-128"/>
              </a:defRPr>
            </a:lvl1pPr>
          </a:lstStyle>
          <a:p>
            <a:pPr lvl="0"/>
            <a:r>
              <a:rPr lang="en-US" dirty="0" smtClean="0"/>
              <a:t>Subheading text (optional)</a:t>
            </a:r>
            <a:br>
              <a:rPr lang="en-US" dirty="0" smtClean="0"/>
            </a:br>
            <a:r>
              <a:rPr lang="en-US" dirty="0" smtClean="0"/>
              <a:t>Subheading text (optional)</a:t>
            </a:r>
          </a:p>
        </p:txBody>
      </p:sp>
      <p:sp>
        <p:nvSpPr>
          <p:cNvPr id="15" name="Slide Number Placeholder"/>
          <p:cNvSpPr>
            <a:spLocks noGrp="1"/>
          </p:cNvSpPr>
          <p:nvPr>
            <p:ph type="ftr" sz="quarter" idx="3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</p:spPr>
        <p:txBody>
          <a:bodyPr lIns="0" tIns="0" rIns="18000" bIns="18000" anchor="ctr"/>
          <a:lstStyle>
            <a:lvl1pPr algn="ctr"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96A6800-FFF6-4ED7-8C1A-BE1D2596D2A3}" type="slidenum">
              <a:rPr lang="en-GB" smtClean="0"/>
              <a:pPr algn="r"/>
              <a:t>‹#›</a:t>
            </a:fld>
            <a:endParaRPr lang="en-GB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66400" y="1684068"/>
            <a:ext cx="9360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idx="28" hasCustomPrompt="1"/>
          </p:nvPr>
        </p:nvSpPr>
        <p:spPr>
          <a:xfrm>
            <a:off x="266400" y="4091964"/>
            <a:ext cx="9360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3"/>
          <p:cNvSpPr>
            <a:spLocks noGrp="1"/>
          </p:cNvSpPr>
          <p:nvPr>
            <p:ph sz="half" idx="29" hasCustomPrompt="1"/>
          </p:nvPr>
        </p:nvSpPr>
        <p:spPr>
          <a:xfrm>
            <a:off x="266400" y="3511116"/>
            <a:ext cx="9360000" cy="13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23" name="Content Placeholder 3"/>
          <p:cNvSpPr>
            <a:spLocks noGrp="1"/>
          </p:cNvSpPr>
          <p:nvPr>
            <p:ph sz="half" idx="30" hasCustomPrompt="1"/>
          </p:nvPr>
        </p:nvSpPr>
        <p:spPr>
          <a:xfrm>
            <a:off x="266400" y="5111751"/>
            <a:ext cx="9360000" cy="13271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20" name="Slide Header Placeholder"/>
          <p:cNvSpPr>
            <a:spLocks noGrp="1"/>
          </p:cNvSpPr>
          <p:nvPr>
            <p:ph type="title" hasCustomPrompt="1"/>
          </p:nvPr>
        </p:nvSpPr>
        <p:spPr>
          <a:xfrm>
            <a:off x="1897200" y="57600"/>
            <a:ext cx="6336000" cy="7200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lang="en-GB" sz="1800" b="1" baseline="0" dirty="0">
                <a:solidFill>
                  <a:schemeClr val="tx1"/>
                </a:solidFill>
                <a:latin typeface="+mj-lt"/>
                <a:ea typeface="MS PGothic" pitchFamily="34" charset="-128"/>
                <a:cs typeface="Arial Unicode MS" pitchFamily="34" charset="-128"/>
              </a:defRPr>
            </a:lvl1pPr>
          </a:lstStyle>
          <a:p>
            <a:r>
              <a:rPr lang="en-GB" dirty="0" smtClean="0"/>
              <a:t>Main text</a:t>
            </a:r>
            <a:endParaRPr lang="en-GB" dirty="0"/>
          </a:p>
        </p:txBody>
      </p:sp>
      <p:sp>
        <p:nvSpPr>
          <p:cNvPr id="22" name="Subheader Placeholder"/>
          <p:cNvSpPr>
            <a:spLocks noGrp="1"/>
          </p:cNvSpPr>
          <p:nvPr>
            <p:ph type="body" sz="quarter" idx="14" hasCustomPrompt="1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</p:spPr>
        <p:txBody>
          <a:bodyPr lIns="0" tIns="0" rIns="0" bIns="0" anchor="b" anchorCtr="0"/>
          <a:lstStyle>
            <a:lvl1pPr marL="228600" indent="-228600"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GB" sz="700" i="1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Arial Unicode MS" pitchFamily="34" charset="-128"/>
              </a:defRPr>
            </a:lvl1pPr>
          </a:lstStyle>
          <a:p>
            <a:pPr marL="228600" lvl="0" indent="-228600" algn="l" defTabSz="957263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lang="en-GB" dirty="0" smtClean="0"/>
              <a:t>Source / Disclaimer / Annotations: 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31" hasCustomPrompt="1"/>
          </p:nvPr>
        </p:nvSpPr>
        <p:spPr>
          <a:xfrm>
            <a:off x="266400" y="1900800"/>
            <a:ext cx="9360000" cy="13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400" b="1" baseline="0">
                <a:latin typeface="+mj-lt"/>
                <a:ea typeface="MS PGothic" pitchFamily="34" charset="-128"/>
              </a:defRPr>
            </a:lvl1pPr>
          </a:lstStyle>
          <a:p>
            <a:pPr lvl="0"/>
            <a:r>
              <a:rPr lang="en-US" dirty="0" smtClean="0"/>
              <a:t>Subheading text (optional)</a:t>
            </a:r>
            <a:br>
              <a:rPr lang="en-US" dirty="0" smtClean="0"/>
            </a:br>
            <a:r>
              <a:rPr lang="en-US" dirty="0" smtClean="0"/>
              <a:t>Subheading text (optional)</a:t>
            </a:r>
          </a:p>
        </p:txBody>
      </p:sp>
      <p:sp>
        <p:nvSpPr>
          <p:cNvPr id="16" name="Slide Number Placeholder"/>
          <p:cNvSpPr>
            <a:spLocks noGrp="1"/>
          </p:cNvSpPr>
          <p:nvPr>
            <p:ph type="ftr" sz="quarter" idx="3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</p:spPr>
        <p:txBody>
          <a:bodyPr lIns="0" tIns="0" rIns="18000" bIns="18000" anchor="ctr"/>
          <a:lstStyle>
            <a:lvl1pPr algn="ctr"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96A6800-FFF6-4ED7-8C1A-BE1D2596D2A3}" type="slidenum">
              <a:rPr lang="en-GB" smtClean="0"/>
              <a:pPr algn="r"/>
              <a:t>‹#›</a:t>
            </a:fld>
            <a:endParaRPr lang="en-GB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66400" y="1684068"/>
            <a:ext cx="9360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32" hasCustomPrompt="1"/>
          </p:nvPr>
        </p:nvSpPr>
        <p:spPr>
          <a:xfrm>
            <a:off x="266400" y="3296436"/>
            <a:ext cx="9360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type="body" idx="33" hasCustomPrompt="1"/>
          </p:nvPr>
        </p:nvSpPr>
        <p:spPr>
          <a:xfrm>
            <a:off x="266400" y="4900828"/>
            <a:ext cx="9360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Header Placeholder"/>
          <p:cNvSpPr>
            <a:spLocks noGrp="1"/>
          </p:cNvSpPr>
          <p:nvPr>
            <p:ph type="title" hasCustomPrompt="1"/>
          </p:nvPr>
        </p:nvSpPr>
        <p:spPr>
          <a:xfrm>
            <a:off x="1897200" y="57600"/>
            <a:ext cx="6336000" cy="7200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lang="en-GB" sz="1800" b="1" baseline="0" dirty="0">
                <a:solidFill>
                  <a:schemeClr val="tx1"/>
                </a:solidFill>
                <a:latin typeface="+mj-lt"/>
                <a:ea typeface="MS PGothic" pitchFamily="34" charset="-128"/>
                <a:cs typeface="Arial Unicode MS" pitchFamily="34" charset="-128"/>
              </a:defRPr>
            </a:lvl1pPr>
          </a:lstStyle>
          <a:p>
            <a:r>
              <a:rPr lang="en-GB" dirty="0" smtClean="0"/>
              <a:t>Main text</a:t>
            </a:r>
            <a:endParaRPr lang="en-GB" dirty="0"/>
          </a:p>
        </p:txBody>
      </p:sp>
      <p:sp>
        <p:nvSpPr>
          <p:cNvPr id="26" name="Subheader Placeholder"/>
          <p:cNvSpPr>
            <a:spLocks noGrp="1"/>
          </p:cNvSpPr>
          <p:nvPr>
            <p:ph type="body" sz="quarter" idx="14" hasCustomPrompt="1"/>
          </p:nvPr>
        </p:nvSpPr>
        <p:spPr>
          <a:xfrm>
            <a:off x="266400" y="6525344"/>
            <a:ext cx="8568000" cy="2304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228600" indent="-228600"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GB" sz="700" i="1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Arial Unicode MS" pitchFamily="34" charset="-128"/>
              </a:defRPr>
            </a:lvl1pPr>
          </a:lstStyle>
          <a:p>
            <a:pPr marL="228600" lvl="0" indent="-228600" algn="l" defTabSz="957263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lang="en-GB" dirty="0" smtClean="0"/>
              <a:t>Source / Disclaimer / Annotations: </a:t>
            </a:r>
          </a:p>
        </p:txBody>
      </p:sp>
      <p:sp>
        <p:nvSpPr>
          <p:cNvPr id="27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66400" y="1900800"/>
            <a:ext cx="4608000" cy="13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35" name="Content Placeholder 3"/>
          <p:cNvSpPr>
            <a:spLocks noGrp="1"/>
          </p:cNvSpPr>
          <p:nvPr>
            <p:ph sz="half" idx="19" hasCustomPrompt="1"/>
          </p:nvPr>
        </p:nvSpPr>
        <p:spPr>
          <a:xfrm>
            <a:off x="5025600" y="1900800"/>
            <a:ext cx="4608000" cy="13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38" name="Content Placeholder 3"/>
          <p:cNvSpPr>
            <a:spLocks noGrp="1"/>
          </p:cNvSpPr>
          <p:nvPr>
            <p:ph sz="half" idx="43" hasCustomPrompt="1"/>
          </p:nvPr>
        </p:nvSpPr>
        <p:spPr>
          <a:xfrm>
            <a:off x="266400" y="3510477"/>
            <a:ext cx="4608000" cy="13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39" name="Content Placeholder 3"/>
          <p:cNvSpPr>
            <a:spLocks noGrp="1"/>
          </p:cNvSpPr>
          <p:nvPr>
            <p:ph sz="half" idx="44" hasCustomPrompt="1"/>
          </p:nvPr>
        </p:nvSpPr>
        <p:spPr>
          <a:xfrm>
            <a:off x="5025600" y="3510477"/>
            <a:ext cx="4608000" cy="13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46" name="Content Placeholder 3"/>
          <p:cNvSpPr>
            <a:spLocks noGrp="1"/>
          </p:cNvSpPr>
          <p:nvPr>
            <p:ph sz="half" idx="47" hasCustomPrompt="1"/>
          </p:nvPr>
        </p:nvSpPr>
        <p:spPr>
          <a:xfrm>
            <a:off x="266400" y="5108240"/>
            <a:ext cx="4608000" cy="13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47" name="Content Placeholder 3"/>
          <p:cNvSpPr>
            <a:spLocks noGrp="1"/>
          </p:cNvSpPr>
          <p:nvPr>
            <p:ph sz="half" idx="48" hasCustomPrompt="1"/>
          </p:nvPr>
        </p:nvSpPr>
        <p:spPr>
          <a:xfrm>
            <a:off x="5025600" y="5108240"/>
            <a:ext cx="4608000" cy="13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19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400" b="1" baseline="0">
                <a:latin typeface="+mj-lt"/>
                <a:ea typeface="MS PGothic" pitchFamily="34" charset="-128"/>
              </a:defRPr>
            </a:lvl1pPr>
          </a:lstStyle>
          <a:p>
            <a:pPr lvl="0"/>
            <a:r>
              <a:rPr lang="en-US" dirty="0" smtClean="0"/>
              <a:t>Subheading text (optional)</a:t>
            </a:r>
            <a:br>
              <a:rPr lang="en-US" dirty="0" smtClean="0"/>
            </a:br>
            <a:r>
              <a:rPr lang="en-US" dirty="0" smtClean="0"/>
              <a:t>Subheading text (optional)</a:t>
            </a:r>
          </a:p>
        </p:txBody>
      </p:sp>
      <p:sp>
        <p:nvSpPr>
          <p:cNvPr id="18" name="Slide Number Placeholder"/>
          <p:cNvSpPr>
            <a:spLocks noGrp="1"/>
          </p:cNvSpPr>
          <p:nvPr>
            <p:ph type="ftr" sz="quarter" idx="3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</p:spPr>
        <p:txBody>
          <a:bodyPr lIns="0" tIns="0" rIns="18000" bIns="18000" anchor="ctr"/>
          <a:lstStyle>
            <a:lvl1pPr algn="ctr"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96A6800-FFF6-4ED7-8C1A-BE1D2596D2A3}" type="slidenum">
              <a:rPr lang="en-GB" smtClean="0"/>
              <a:pPr algn="r"/>
              <a:t>‹#›</a:t>
            </a:fld>
            <a:endParaRPr lang="en-GB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66400" y="1684068"/>
            <a:ext cx="4608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22" name="Text Placeholder 2"/>
          <p:cNvSpPr>
            <a:spLocks noGrp="1"/>
          </p:cNvSpPr>
          <p:nvPr>
            <p:ph type="body" idx="49" hasCustomPrompt="1"/>
          </p:nvPr>
        </p:nvSpPr>
        <p:spPr>
          <a:xfrm>
            <a:off x="266400" y="3296436"/>
            <a:ext cx="4608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31" name="Text Placeholder 2"/>
          <p:cNvSpPr>
            <a:spLocks noGrp="1"/>
          </p:cNvSpPr>
          <p:nvPr>
            <p:ph type="body" idx="50" hasCustomPrompt="1"/>
          </p:nvPr>
        </p:nvSpPr>
        <p:spPr>
          <a:xfrm>
            <a:off x="266400" y="4897780"/>
            <a:ext cx="4608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32" name="Text Placeholder 2"/>
          <p:cNvSpPr>
            <a:spLocks noGrp="1"/>
          </p:cNvSpPr>
          <p:nvPr>
            <p:ph type="body" idx="51" hasCustomPrompt="1"/>
          </p:nvPr>
        </p:nvSpPr>
        <p:spPr>
          <a:xfrm>
            <a:off x="5026176" y="1684068"/>
            <a:ext cx="4608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33" name="Text Placeholder 2"/>
          <p:cNvSpPr>
            <a:spLocks noGrp="1"/>
          </p:cNvSpPr>
          <p:nvPr>
            <p:ph type="body" idx="52" hasCustomPrompt="1"/>
          </p:nvPr>
        </p:nvSpPr>
        <p:spPr>
          <a:xfrm>
            <a:off x="5026176" y="3296436"/>
            <a:ext cx="4608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34" name="Text Placeholder 2"/>
          <p:cNvSpPr>
            <a:spLocks noGrp="1"/>
          </p:cNvSpPr>
          <p:nvPr>
            <p:ph type="body" idx="53" hasCustomPrompt="1"/>
          </p:nvPr>
        </p:nvSpPr>
        <p:spPr>
          <a:xfrm>
            <a:off x="5026176" y="4897780"/>
            <a:ext cx="4608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3"/>
          <p:cNvSpPr>
            <a:spLocks noGrp="1"/>
          </p:cNvSpPr>
          <p:nvPr>
            <p:ph sz="half" idx="36" hasCustomPrompt="1"/>
          </p:nvPr>
        </p:nvSpPr>
        <p:spPr>
          <a:xfrm>
            <a:off x="266400" y="1900799"/>
            <a:ext cx="3024000" cy="4538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37" hasCustomPrompt="1"/>
          </p:nvPr>
        </p:nvSpPr>
        <p:spPr>
          <a:xfrm>
            <a:off x="6606000" y="1900800"/>
            <a:ext cx="3024000" cy="4538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23" name="Content Placeholder 3"/>
          <p:cNvSpPr>
            <a:spLocks noGrp="1"/>
          </p:cNvSpPr>
          <p:nvPr>
            <p:ph sz="half" idx="38" hasCustomPrompt="1"/>
          </p:nvPr>
        </p:nvSpPr>
        <p:spPr>
          <a:xfrm>
            <a:off x="3439800" y="1900799"/>
            <a:ext cx="3024000" cy="4538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22" name="Slide Header Placeholder"/>
          <p:cNvSpPr>
            <a:spLocks noGrp="1"/>
          </p:cNvSpPr>
          <p:nvPr>
            <p:ph type="title" hasCustomPrompt="1"/>
          </p:nvPr>
        </p:nvSpPr>
        <p:spPr>
          <a:xfrm>
            <a:off x="1897200" y="57600"/>
            <a:ext cx="6336000" cy="7200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lang="en-GB" sz="1800" b="1" baseline="0" dirty="0">
                <a:solidFill>
                  <a:schemeClr val="tx1"/>
                </a:solidFill>
                <a:latin typeface="+mj-lt"/>
                <a:ea typeface="MS PGothic" pitchFamily="34" charset="-128"/>
                <a:cs typeface="Arial Unicode MS" pitchFamily="34" charset="-128"/>
              </a:defRPr>
            </a:lvl1pPr>
          </a:lstStyle>
          <a:p>
            <a:r>
              <a:rPr lang="en-GB" dirty="0" smtClean="0"/>
              <a:t>Main text</a:t>
            </a:r>
            <a:endParaRPr lang="en-GB" dirty="0"/>
          </a:p>
        </p:txBody>
      </p:sp>
      <p:sp>
        <p:nvSpPr>
          <p:cNvPr id="24" name="Subheader Placeholder"/>
          <p:cNvSpPr>
            <a:spLocks noGrp="1"/>
          </p:cNvSpPr>
          <p:nvPr>
            <p:ph type="body" sz="quarter" idx="14" hasCustomPrompt="1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</p:spPr>
        <p:txBody>
          <a:bodyPr lIns="0" tIns="0" rIns="0" bIns="0" anchor="b" anchorCtr="0"/>
          <a:lstStyle>
            <a:lvl1pPr marL="228600" indent="-228600"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GB" sz="700" i="1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Arial Unicode MS" pitchFamily="34" charset="-128"/>
              </a:defRPr>
            </a:lvl1pPr>
          </a:lstStyle>
          <a:p>
            <a:pPr marL="228600" lvl="0" indent="-228600" algn="l" defTabSz="957263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lang="en-GB" dirty="0" smtClean="0"/>
              <a:t>Source / Disclaimer / Annotations: 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400" b="1" baseline="0">
                <a:latin typeface="+mj-lt"/>
                <a:ea typeface="MS PGothic" pitchFamily="34" charset="-128"/>
              </a:defRPr>
            </a:lvl1pPr>
          </a:lstStyle>
          <a:p>
            <a:pPr lvl="0"/>
            <a:r>
              <a:rPr lang="en-US" dirty="0" smtClean="0"/>
              <a:t>Subheading text (optional)</a:t>
            </a:r>
            <a:br>
              <a:rPr lang="en-US" dirty="0" smtClean="0"/>
            </a:br>
            <a:r>
              <a:rPr lang="en-US" dirty="0" smtClean="0"/>
              <a:t>Subheading text (optional)</a:t>
            </a:r>
          </a:p>
        </p:txBody>
      </p:sp>
      <p:sp>
        <p:nvSpPr>
          <p:cNvPr id="13" name="Slide Number Placeholder"/>
          <p:cNvSpPr>
            <a:spLocks noGrp="1"/>
          </p:cNvSpPr>
          <p:nvPr>
            <p:ph type="ftr" sz="quarter" idx="3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</p:spPr>
        <p:txBody>
          <a:bodyPr lIns="0" tIns="0" rIns="18000" bIns="18000" anchor="ctr"/>
          <a:lstStyle>
            <a:lvl1pPr algn="ctr"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96A6800-FFF6-4ED7-8C1A-BE1D2596D2A3}" type="slidenum">
              <a:rPr lang="en-GB" smtClean="0"/>
              <a:pPr algn="r"/>
              <a:t>‹#›</a:t>
            </a:fld>
            <a:endParaRPr lang="en-GB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66400" y="1684068"/>
            <a:ext cx="3024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idx="39" hasCustomPrompt="1"/>
          </p:nvPr>
        </p:nvSpPr>
        <p:spPr>
          <a:xfrm>
            <a:off x="3440856" y="1684068"/>
            <a:ext cx="3024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40" hasCustomPrompt="1"/>
          </p:nvPr>
        </p:nvSpPr>
        <p:spPr>
          <a:xfrm>
            <a:off x="6605440" y="1684068"/>
            <a:ext cx="3024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Header Placeholder"/>
          <p:cNvSpPr>
            <a:spLocks noGrp="1"/>
          </p:cNvSpPr>
          <p:nvPr>
            <p:ph type="title" hasCustomPrompt="1"/>
          </p:nvPr>
        </p:nvSpPr>
        <p:spPr>
          <a:xfrm>
            <a:off x="1897200" y="57600"/>
            <a:ext cx="6336000" cy="7200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lang="en-GB" sz="1800" b="1" baseline="0" dirty="0">
                <a:solidFill>
                  <a:schemeClr val="tx1"/>
                </a:solidFill>
                <a:latin typeface="+mj-lt"/>
                <a:ea typeface="MS PGothic" pitchFamily="34" charset="-128"/>
                <a:cs typeface="Arial Unicode MS" pitchFamily="34" charset="-128"/>
              </a:defRPr>
            </a:lvl1pPr>
          </a:lstStyle>
          <a:p>
            <a:r>
              <a:rPr lang="en-GB" dirty="0" smtClean="0"/>
              <a:t>Main text</a:t>
            </a:r>
            <a:endParaRPr lang="en-GB" dirty="0"/>
          </a:p>
        </p:txBody>
      </p:sp>
      <p:sp>
        <p:nvSpPr>
          <p:cNvPr id="25" name="Subheader Placeholder"/>
          <p:cNvSpPr>
            <a:spLocks noGrp="1"/>
          </p:cNvSpPr>
          <p:nvPr>
            <p:ph type="body" sz="quarter" idx="14" hasCustomPrompt="1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</p:spPr>
        <p:txBody>
          <a:bodyPr lIns="0" tIns="0" rIns="0" bIns="0" anchor="b" anchorCtr="0"/>
          <a:lstStyle>
            <a:lvl1pPr marL="228600" indent="-228600"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GB" sz="700" i="1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Arial Unicode MS" pitchFamily="34" charset="-128"/>
              </a:defRPr>
            </a:lvl1pPr>
          </a:lstStyle>
          <a:p>
            <a:pPr marL="228600" lvl="0" indent="-228600" algn="l" defTabSz="957263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lang="en-GB" dirty="0" smtClean="0"/>
              <a:t>Source / Disclaimer / Annotations: </a:t>
            </a:r>
          </a:p>
        </p:txBody>
      </p:sp>
      <p:sp>
        <p:nvSpPr>
          <p:cNvPr id="29" name="Content Placeholder 3"/>
          <p:cNvSpPr>
            <a:spLocks noGrp="1"/>
          </p:cNvSpPr>
          <p:nvPr>
            <p:ph sz="half" idx="36" hasCustomPrompt="1"/>
          </p:nvPr>
        </p:nvSpPr>
        <p:spPr>
          <a:xfrm>
            <a:off x="266400" y="1900799"/>
            <a:ext cx="3024160" cy="217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30" name="Content Placeholder 3"/>
          <p:cNvSpPr>
            <a:spLocks noGrp="1"/>
          </p:cNvSpPr>
          <p:nvPr>
            <p:ph sz="half" idx="37" hasCustomPrompt="1"/>
          </p:nvPr>
        </p:nvSpPr>
        <p:spPr>
          <a:xfrm>
            <a:off x="6606000" y="1900799"/>
            <a:ext cx="3024160" cy="217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37" name="Content Placeholder 3"/>
          <p:cNvSpPr>
            <a:spLocks noGrp="1"/>
          </p:cNvSpPr>
          <p:nvPr>
            <p:ph sz="half" idx="38" hasCustomPrompt="1"/>
          </p:nvPr>
        </p:nvSpPr>
        <p:spPr>
          <a:xfrm>
            <a:off x="3439800" y="1900799"/>
            <a:ext cx="3024160" cy="217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41" name="Content Placeholder 3"/>
          <p:cNvSpPr>
            <a:spLocks noGrp="1"/>
          </p:cNvSpPr>
          <p:nvPr>
            <p:ph sz="half" idx="39" hasCustomPrompt="1"/>
          </p:nvPr>
        </p:nvSpPr>
        <p:spPr>
          <a:xfrm>
            <a:off x="266400" y="4324854"/>
            <a:ext cx="3024160" cy="2114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42" name="Content Placeholder 3"/>
          <p:cNvSpPr>
            <a:spLocks noGrp="1"/>
          </p:cNvSpPr>
          <p:nvPr>
            <p:ph sz="half" idx="40" hasCustomPrompt="1"/>
          </p:nvPr>
        </p:nvSpPr>
        <p:spPr>
          <a:xfrm>
            <a:off x="6606000" y="4324854"/>
            <a:ext cx="3024160" cy="2114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43" name="Content Placeholder 3"/>
          <p:cNvSpPr>
            <a:spLocks noGrp="1"/>
          </p:cNvSpPr>
          <p:nvPr>
            <p:ph sz="half" idx="41" hasCustomPrompt="1"/>
          </p:nvPr>
        </p:nvSpPr>
        <p:spPr>
          <a:xfrm>
            <a:off x="3439800" y="4324854"/>
            <a:ext cx="3024160" cy="2114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400" b="1" baseline="0">
                <a:latin typeface="+mj-lt"/>
                <a:ea typeface="MS PGothic" pitchFamily="34" charset="-128"/>
              </a:defRPr>
            </a:lvl1pPr>
          </a:lstStyle>
          <a:p>
            <a:pPr lvl="0"/>
            <a:r>
              <a:rPr lang="en-US" dirty="0" smtClean="0"/>
              <a:t>Subheading text (optional)</a:t>
            </a:r>
            <a:br>
              <a:rPr lang="en-US" dirty="0" smtClean="0"/>
            </a:br>
            <a:r>
              <a:rPr lang="en-US" dirty="0" smtClean="0"/>
              <a:t>Subheading text (optional)</a:t>
            </a:r>
          </a:p>
        </p:txBody>
      </p:sp>
      <p:sp>
        <p:nvSpPr>
          <p:cNvPr id="21" name="Slide Number Placeholder"/>
          <p:cNvSpPr>
            <a:spLocks noGrp="1"/>
          </p:cNvSpPr>
          <p:nvPr>
            <p:ph type="ftr" sz="quarter" idx="3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</p:spPr>
        <p:txBody>
          <a:bodyPr lIns="0" tIns="0" rIns="18000" bIns="18000" anchor="ctr"/>
          <a:lstStyle>
            <a:lvl1pPr algn="ctr"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96A6800-FFF6-4ED7-8C1A-BE1D2596D2A3}" type="slidenum">
              <a:rPr lang="en-GB" smtClean="0"/>
              <a:pPr algn="r"/>
              <a:t>‹#›</a:t>
            </a:fld>
            <a:endParaRPr lang="en-GB" dirty="0"/>
          </a:p>
        </p:txBody>
      </p:sp>
      <p:sp>
        <p:nvSpPr>
          <p:cNvPr id="36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66400" y="1684068"/>
            <a:ext cx="302416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38" name="Text Placeholder 2"/>
          <p:cNvSpPr>
            <a:spLocks noGrp="1"/>
          </p:cNvSpPr>
          <p:nvPr>
            <p:ph type="body" idx="42" hasCustomPrompt="1"/>
          </p:nvPr>
        </p:nvSpPr>
        <p:spPr>
          <a:xfrm>
            <a:off x="3440856" y="1684068"/>
            <a:ext cx="302416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39" name="Text Placeholder 2"/>
          <p:cNvSpPr>
            <a:spLocks noGrp="1"/>
          </p:cNvSpPr>
          <p:nvPr>
            <p:ph type="body" idx="43" hasCustomPrompt="1"/>
          </p:nvPr>
        </p:nvSpPr>
        <p:spPr>
          <a:xfrm>
            <a:off x="6605440" y="1684068"/>
            <a:ext cx="302416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40" name="Text Placeholder 2"/>
          <p:cNvSpPr>
            <a:spLocks noGrp="1"/>
          </p:cNvSpPr>
          <p:nvPr>
            <p:ph type="body" idx="44" hasCustomPrompt="1"/>
          </p:nvPr>
        </p:nvSpPr>
        <p:spPr>
          <a:xfrm>
            <a:off x="266400" y="4116348"/>
            <a:ext cx="302416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44" name="Text Placeholder 2"/>
          <p:cNvSpPr>
            <a:spLocks noGrp="1"/>
          </p:cNvSpPr>
          <p:nvPr>
            <p:ph type="body" idx="45" hasCustomPrompt="1"/>
          </p:nvPr>
        </p:nvSpPr>
        <p:spPr>
          <a:xfrm>
            <a:off x="3440856" y="4116348"/>
            <a:ext cx="302416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45" name="Text Placeholder 2"/>
          <p:cNvSpPr>
            <a:spLocks noGrp="1"/>
          </p:cNvSpPr>
          <p:nvPr>
            <p:ph type="body" idx="46" hasCustomPrompt="1"/>
          </p:nvPr>
        </p:nvSpPr>
        <p:spPr>
          <a:xfrm>
            <a:off x="6605440" y="4116348"/>
            <a:ext cx="302416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Header Placeholder"/>
          <p:cNvSpPr>
            <a:spLocks noGrp="1"/>
          </p:cNvSpPr>
          <p:nvPr>
            <p:ph type="title" hasCustomPrompt="1"/>
          </p:nvPr>
        </p:nvSpPr>
        <p:spPr>
          <a:xfrm>
            <a:off x="1897200" y="57600"/>
            <a:ext cx="6336000" cy="7200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lang="en-GB" sz="1800" b="1" baseline="0" dirty="0">
                <a:solidFill>
                  <a:schemeClr val="tx1"/>
                </a:solidFill>
                <a:latin typeface="+mj-lt"/>
                <a:ea typeface="MS PGothic" pitchFamily="34" charset="-128"/>
                <a:cs typeface="Arial Unicode MS" pitchFamily="34" charset="-128"/>
              </a:defRPr>
            </a:lvl1pPr>
          </a:lstStyle>
          <a:p>
            <a:r>
              <a:rPr lang="en-GB" dirty="0" smtClean="0"/>
              <a:t>Main text</a:t>
            </a:r>
            <a:endParaRPr lang="en-GB" dirty="0"/>
          </a:p>
        </p:txBody>
      </p:sp>
      <p:sp>
        <p:nvSpPr>
          <p:cNvPr id="26" name="Subheader Placeholder"/>
          <p:cNvSpPr>
            <a:spLocks noGrp="1"/>
          </p:cNvSpPr>
          <p:nvPr>
            <p:ph type="body" sz="quarter" idx="14" hasCustomPrompt="1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</p:spPr>
        <p:txBody>
          <a:bodyPr lIns="0" tIns="0" rIns="0" bIns="0" anchor="b" anchorCtr="0"/>
          <a:lstStyle>
            <a:lvl1pPr marL="228600" indent="-228600"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GB" sz="700" i="1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Arial Unicode MS" pitchFamily="34" charset="-128"/>
              </a:defRPr>
            </a:lvl1pPr>
          </a:lstStyle>
          <a:p>
            <a:pPr marL="228600" lvl="0" indent="-228600" algn="l" defTabSz="957263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lang="en-GB" dirty="0" smtClean="0"/>
              <a:t>Source / Disclaimer / Annotations: 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66400" y="1900800"/>
            <a:ext cx="4608000" cy="217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half" idx="19" hasCustomPrompt="1"/>
          </p:nvPr>
        </p:nvSpPr>
        <p:spPr>
          <a:xfrm>
            <a:off x="5018400" y="1900800"/>
            <a:ext cx="4608000" cy="217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22" name="Content Placeholder 3"/>
          <p:cNvSpPr>
            <a:spLocks noGrp="1"/>
          </p:cNvSpPr>
          <p:nvPr>
            <p:ph sz="half" idx="20" hasCustomPrompt="1"/>
          </p:nvPr>
        </p:nvSpPr>
        <p:spPr>
          <a:xfrm>
            <a:off x="266400" y="4322070"/>
            <a:ext cx="4608000" cy="2116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31" name="Content Placeholder 3"/>
          <p:cNvSpPr>
            <a:spLocks noGrp="1"/>
          </p:cNvSpPr>
          <p:nvPr>
            <p:ph sz="half" idx="21" hasCustomPrompt="1"/>
          </p:nvPr>
        </p:nvSpPr>
        <p:spPr>
          <a:xfrm>
            <a:off x="5018400" y="4322070"/>
            <a:ext cx="4608000" cy="2116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</p:spPr>
        <p:txBody>
          <a:bodyPr lIns="0" tIns="0" rIns="0" bIns="0"/>
          <a:lstStyle>
            <a:lvl1pPr algn="l" defTabSz="957263" rtl="0" eaLnBrk="1" fontAlgn="base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defRPr lang="en-US" sz="1400" b="1" baseline="0" dirty="0" smtClean="0">
                <a:solidFill>
                  <a:schemeClr val="tx1"/>
                </a:solidFill>
                <a:latin typeface="+mj-lt"/>
                <a:ea typeface="MS PGothic" pitchFamily="34" charset="-128"/>
                <a:cs typeface="Arial Unicode MS" pitchFamily="34" charset="-128"/>
              </a:defRPr>
            </a:lvl1pPr>
          </a:lstStyle>
          <a:p>
            <a:pPr lvl="0" algn="l" defTabSz="957263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CC3300"/>
              </a:buClr>
            </a:pPr>
            <a:r>
              <a:rPr lang="en-US" dirty="0" smtClean="0"/>
              <a:t>Subheading text (optional)</a:t>
            </a:r>
            <a:br>
              <a:rPr lang="en-US" dirty="0" smtClean="0"/>
            </a:br>
            <a:r>
              <a:rPr lang="en-US" dirty="0" smtClean="0"/>
              <a:t>Subheading text (optional)</a:t>
            </a:r>
          </a:p>
        </p:txBody>
      </p:sp>
      <p:sp>
        <p:nvSpPr>
          <p:cNvPr id="17" name="Slide Number Placeholder"/>
          <p:cNvSpPr>
            <a:spLocks noGrp="1"/>
          </p:cNvSpPr>
          <p:nvPr>
            <p:ph type="ftr" sz="quarter" idx="3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</p:spPr>
        <p:txBody>
          <a:bodyPr lIns="0" tIns="0" rIns="18000" bIns="18000" anchor="ctr"/>
          <a:lstStyle>
            <a:lvl1pPr algn="ctr"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96A6800-FFF6-4ED7-8C1A-BE1D2596D2A3}" type="slidenum">
              <a:rPr lang="en-GB" smtClean="0"/>
              <a:pPr algn="r"/>
              <a:t>‹#›</a:t>
            </a:fld>
            <a:endParaRPr lang="en-GB" dirty="0"/>
          </a:p>
        </p:txBody>
      </p:sp>
      <p:sp>
        <p:nvSpPr>
          <p:cNvPr id="29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66400" y="1684068"/>
            <a:ext cx="4608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30" name="Text Placeholder 2"/>
          <p:cNvSpPr>
            <a:spLocks noGrp="1"/>
          </p:cNvSpPr>
          <p:nvPr>
            <p:ph type="body" idx="22" hasCustomPrompt="1"/>
          </p:nvPr>
        </p:nvSpPr>
        <p:spPr>
          <a:xfrm>
            <a:off x="5017088" y="1684068"/>
            <a:ext cx="4608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32" name="Text Placeholder 2"/>
          <p:cNvSpPr>
            <a:spLocks noGrp="1"/>
          </p:cNvSpPr>
          <p:nvPr>
            <p:ph type="body" idx="23" hasCustomPrompt="1"/>
          </p:nvPr>
        </p:nvSpPr>
        <p:spPr>
          <a:xfrm>
            <a:off x="266400" y="4111214"/>
            <a:ext cx="4608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33" name="Text Placeholder 2"/>
          <p:cNvSpPr>
            <a:spLocks noGrp="1"/>
          </p:cNvSpPr>
          <p:nvPr>
            <p:ph type="body" idx="24" hasCustomPrompt="1"/>
          </p:nvPr>
        </p:nvSpPr>
        <p:spPr>
          <a:xfrm>
            <a:off x="5017088" y="4111214"/>
            <a:ext cx="4608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Header Placeholder"/>
          <p:cNvSpPr>
            <a:spLocks noGrp="1"/>
          </p:cNvSpPr>
          <p:nvPr>
            <p:ph type="title" hasCustomPrompt="1"/>
          </p:nvPr>
        </p:nvSpPr>
        <p:spPr>
          <a:xfrm>
            <a:off x="1897200" y="57600"/>
            <a:ext cx="6336000" cy="7200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lang="en-GB" sz="1800" b="1" baseline="0" dirty="0">
                <a:solidFill>
                  <a:schemeClr val="tx1"/>
                </a:solidFill>
                <a:latin typeface="+mj-lt"/>
                <a:ea typeface="MS PGothic" pitchFamily="34" charset="-128"/>
                <a:cs typeface="Arial Unicode MS" pitchFamily="34" charset="-128"/>
              </a:defRPr>
            </a:lvl1pPr>
          </a:lstStyle>
          <a:p>
            <a:r>
              <a:rPr lang="en-GB" dirty="0" smtClean="0"/>
              <a:t>Main text</a:t>
            </a:r>
            <a:endParaRPr lang="en-GB" dirty="0"/>
          </a:p>
        </p:txBody>
      </p:sp>
      <p:sp>
        <p:nvSpPr>
          <p:cNvPr id="19" name="Subheader Placeholder"/>
          <p:cNvSpPr>
            <a:spLocks noGrp="1"/>
          </p:cNvSpPr>
          <p:nvPr>
            <p:ph type="body" sz="quarter" idx="14" hasCustomPrompt="1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</p:spPr>
        <p:txBody>
          <a:bodyPr lIns="0" tIns="0" rIns="0" bIns="0" anchor="b" anchorCtr="0"/>
          <a:lstStyle>
            <a:lvl1pPr marL="228600" indent="-228600"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GB" sz="700" i="1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Arial Unicode MS" pitchFamily="34" charset="-128"/>
              </a:defRPr>
            </a:lvl1pPr>
          </a:lstStyle>
          <a:p>
            <a:pPr marL="228600" lvl="0" indent="-228600" algn="l" defTabSz="957263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lang="en-GB" dirty="0" smtClean="0"/>
              <a:t>Source / Disclaimer / Annotations: </a:t>
            </a:r>
          </a:p>
        </p:txBody>
      </p:sp>
      <p:sp>
        <p:nvSpPr>
          <p:cNvPr id="23" name="Content Placeholder 3"/>
          <p:cNvSpPr>
            <a:spLocks noGrp="1"/>
          </p:cNvSpPr>
          <p:nvPr>
            <p:ph sz="half" idx="36" hasCustomPrompt="1"/>
          </p:nvPr>
        </p:nvSpPr>
        <p:spPr>
          <a:xfrm>
            <a:off x="266400" y="1900799"/>
            <a:ext cx="6192000" cy="4538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24" name="Content Placeholder 3"/>
          <p:cNvSpPr>
            <a:spLocks noGrp="1"/>
          </p:cNvSpPr>
          <p:nvPr>
            <p:ph sz="half" idx="37" hasCustomPrompt="1"/>
          </p:nvPr>
        </p:nvSpPr>
        <p:spPr>
          <a:xfrm>
            <a:off x="6609600" y="1900799"/>
            <a:ext cx="3024000" cy="4538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</p:spPr>
        <p:txBody>
          <a:bodyPr lIns="0" tIns="0" rIns="0" bIns="0"/>
          <a:lstStyle>
            <a:lvl1pPr algn="l" defTabSz="957263" rtl="0" eaLnBrk="1" fontAlgn="base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defRPr lang="en-US" sz="1400" b="1" baseline="0" dirty="0" smtClean="0">
                <a:solidFill>
                  <a:schemeClr val="tx1"/>
                </a:solidFill>
                <a:latin typeface="+mj-lt"/>
                <a:ea typeface="MS PGothic" pitchFamily="34" charset="-128"/>
                <a:cs typeface="Arial Unicode MS" pitchFamily="34" charset="-128"/>
              </a:defRPr>
            </a:lvl1pPr>
          </a:lstStyle>
          <a:p>
            <a:pPr lvl="0" algn="l" defTabSz="957263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CC3300"/>
              </a:buClr>
            </a:pPr>
            <a:r>
              <a:rPr lang="en-US" dirty="0" smtClean="0"/>
              <a:t>Subheading text (optional)</a:t>
            </a:r>
            <a:br>
              <a:rPr lang="en-US" dirty="0" smtClean="0"/>
            </a:br>
            <a:r>
              <a:rPr lang="en-US" dirty="0" smtClean="0"/>
              <a:t>Subheading text (optional)</a:t>
            </a:r>
          </a:p>
        </p:txBody>
      </p:sp>
      <p:sp>
        <p:nvSpPr>
          <p:cNvPr id="13" name="Slide Number Placeholder"/>
          <p:cNvSpPr>
            <a:spLocks noGrp="1"/>
          </p:cNvSpPr>
          <p:nvPr>
            <p:ph type="ftr" sz="quarter" idx="3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</p:spPr>
        <p:txBody>
          <a:bodyPr lIns="0" tIns="0" rIns="18000" bIns="18000" anchor="ctr"/>
          <a:lstStyle>
            <a:lvl1pPr algn="ctr"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96A6800-FFF6-4ED7-8C1A-BE1D2596D2A3}" type="slidenum">
              <a:rPr lang="en-GB" smtClean="0"/>
              <a:pPr algn="r"/>
              <a:t>‹#›</a:t>
            </a:fld>
            <a:endParaRPr lang="en-GB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66400" y="1684068"/>
            <a:ext cx="6192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idx="38" hasCustomPrompt="1"/>
          </p:nvPr>
        </p:nvSpPr>
        <p:spPr>
          <a:xfrm>
            <a:off x="6609184" y="1684068"/>
            <a:ext cx="3024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Header Placeholder"/>
          <p:cNvSpPr>
            <a:spLocks noGrp="1"/>
          </p:cNvSpPr>
          <p:nvPr>
            <p:ph type="title" hasCustomPrompt="1"/>
          </p:nvPr>
        </p:nvSpPr>
        <p:spPr>
          <a:xfrm>
            <a:off x="1897200" y="57600"/>
            <a:ext cx="6336000" cy="7200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lang="en-GB" sz="1800" b="1" baseline="0" dirty="0">
                <a:solidFill>
                  <a:schemeClr val="tx1"/>
                </a:solidFill>
                <a:latin typeface="+mj-lt"/>
                <a:ea typeface="MS PGothic" pitchFamily="34" charset="-128"/>
                <a:cs typeface="Arial Unicode MS" pitchFamily="34" charset="-128"/>
              </a:defRPr>
            </a:lvl1pPr>
          </a:lstStyle>
          <a:p>
            <a:r>
              <a:rPr lang="en-GB" dirty="0" smtClean="0"/>
              <a:t>Main text</a:t>
            </a:r>
            <a:endParaRPr lang="en-GB" dirty="0"/>
          </a:p>
        </p:txBody>
      </p:sp>
      <p:sp>
        <p:nvSpPr>
          <p:cNvPr id="21" name="Subheader Placeholder"/>
          <p:cNvSpPr>
            <a:spLocks noGrp="1"/>
          </p:cNvSpPr>
          <p:nvPr>
            <p:ph type="body" sz="quarter" idx="14" hasCustomPrompt="1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</p:spPr>
        <p:txBody>
          <a:bodyPr lIns="0" tIns="0" rIns="0" bIns="0" anchor="b" anchorCtr="0"/>
          <a:lstStyle>
            <a:lvl1pPr marL="228600" indent="-228600"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GB" sz="700" i="1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Arial Unicode MS" pitchFamily="34" charset="-128"/>
              </a:defRPr>
            </a:lvl1pPr>
          </a:lstStyle>
          <a:p>
            <a:pPr marL="228600" lvl="0" indent="-228600" algn="l" defTabSz="957263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lang="en-GB" dirty="0" smtClean="0"/>
              <a:t>Source / Disclaimer / Annotations: 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36" hasCustomPrompt="1"/>
          </p:nvPr>
        </p:nvSpPr>
        <p:spPr>
          <a:xfrm>
            <a:off x="3441600" y="1900799"/>
            <a:ext cx="6192000" cy="4538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37" hasCustomPrompt="1"/>
          </p:nvPr>
        </p:nvSpPr>
        <p:spPr>
          <a:xfrm>
            <a:off x="266400" y="1900799"/>
            <a:ext cx="3024000" cy="4538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</p:spPr>
        <p:txBody>
          <a:bodyPr lIns="0" tIns="0" rIns="0" bIns="0"/>
          <a:lstStyle>
            <a:lvl1pPr algn="l" defTabSz="957263" rtl="0" eaLnBrk="1" fontAlgn="base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defRPr lang="en-US" sz="1400" b="1" baseline="0" dirty="0" smtClean="0">
                <a:solidFill>
                  <a:schemeClr val="tx1"/>
                </a:solidFill>
                <a:latin typeface="+mj-lt"/>
                <a:ea typeface="MS PGothic" pitchFamily="34" charset="-128"/>
                <a:cs typeface="Arial Unicode MS" pitchFamily="34" charset="-128"/>
              </a:defRPr>
            </a:lvl1pPr>
          </a:lstStyle>
          <a:p>
            <a:pPr lvl="0" algn="l" defTabSz="957263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CC3300"/>
              </a:buClr>
            </a:pPr>
            <a:r>
              <a:rPr lang="en-US" dirty="0" smtClean="0"/>
              <a:t>Subheading text (optional)</a:t>
            </a:r>
            <a:br>
              <a:rPr lang="en-US" dirty="0" smtClean="0"/>
            </a:br>
            <a:r>
              <a:rPr lang="en-US" dirty="0" smtClean="0"/>
              <a:t>Subheading text (optional)</a:t>
            </a:r>
          </a:p>
        </p:txBody>
      </p:sp>
      <p:sp>
        <p:nvSpPr>
          <p:cNvPr id="15" name="Slide Number Placeholder"/>
          <p:cNvSpPr>
            <a:spLocks noGrp="1"/>
          </p:cNvSpPr>
          <p:nvPr>
            <p:ph type="ftr" sz="quarter" idx="3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</p:spPr>
        <p:txBody>
          <a:bodyPr lIns="0" tIns="0" rIns="18000" bIns="18000" anchor="ctr"/>
          <a:lstStyle>
            <a:lvl1pPr algn="ctr"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96A6800-FFF6-4ED7-8C1A-BE1D2596D2A3}" type="slidenum">
              <a:rPr lang="en-GB" smtClean="0"/>
              <a:pPr algn="r"/>
              <a:t>‹#›</a:t>
            </a:fld>
            <a:endParaRPr lang="en-GB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66400" y="1684068"/>
            <a:ext cx="3024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17" name="Text Placeholder 2"/>
          <p:cNvSpPr>
            <a:spLocks noGrp="1"/>
          </p:cNvSpPr>
          <p:nvPr>
            <p:ph type="body" idx="38" hasCustomPrompt="1"/>
          </p:nvPr>
        </p:nvSpPr>
        <p:spPr>
          <a:xfrm>
            <a:off x="3440831" y="1684068"/>
            <a:ext cx="6192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Header Placeholder"/>
          <p:cNvSpPr>
            <a:spLocks noGrp="1"/>
          </p:cNvSpPr>
          <p:nvPr>
            <p:ph type="title" hasCustomPrompt="1"/>
          </p:nvPr>
        </p:nvSpPr>
        <p:spPr>
          <a:xfrm>
            <a:off x="1897200" y="57600"/>
            <a:ext cx="6336000" cy="7200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lang="en-GB" sz="1800" b="1" baseline="0" dirty="0">
                <a:solidFill>
                  <a:schemeClr val="tx1"/>
                </a:solidFill>
                <a:latin typeface="+mj-lt"/>
                <a:ea typeface="MS PGothic" pitchFamily="34" charset="-128"/>
                <a:cs typeface="Arial Unicode MS" pitchFamily="34" charset="-128"/>
              </a:defRPr>
            </a:lvl1pPr>
          </a:lstStyle>
          <a:p>
            <a:r>
              <a:rPr lang="en-GB" dirty="0" smtClean="0"/>
              <a:t>Main text</a:t>
            </a:r>
            <a:endParaRPr lang="en-GB" dirty="0"/>
          </a:p>
        </p:txBody>
      </p:sp>
      <p:sp>
        <p:nvSpPr>
          <p:cNvPr id="27" name="Subheader Placeholder"/>
          <p:cNvSpPr>
            <a:spLocks noGrp="1"/>
          </p:cNvSpPr>
          <p:nvPr>
            <p:ph type="body" sz="quarter" idx="14" hasCustomPrompt="1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</p:spPr>
        <p:txBody>
          <a:bodyPr lIns="0" tIns="0" rIns="0" bIns="0" anchor="b" anchorCtr="0"/>
          <a:lstStyle>
            <a:lvl1pPr marL="228600" indent="-228600"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GB" sz="700" i="1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Arial Unicode MS" pitchFamily="34" charset="-128"/>
              </a:defRPr>
            </a:lvl1pPr>
          </a:lstStyle>
          <a:p>
            <a:pPr marL="228600" lvl="0" indent="-228600" algn="l" defTabSz="957263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lang="en-GB" dirty="0" smtClean="0"/>
              <a:t>Source / Disclaimer / Annotations: 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half" idx="36" hasCustomPrompt="1"/>
          </p:nvPr>
        </p:nvSpPr>
        <p:spPr>
          <a:xfrm>
            <a:off x="3441600" y="1900799"/>
            <a:ext cx="6192000" cy="217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16" name="Content Placeholder 3"/>
          <p:cNvSpPr>
            <a:spLocks noGrp="1"/>
          </p:cNvSpPr>
          <p:nvPr>
            <p:ph sz="half" idx="37" hasCustomPrompt="1"/>
          </p:nvPr>
        </p:nvSpPr>
        <p:spPr>
          <a:xfrm>
            <a:off x="266400" y="1900799"/>
            <a:ext cx="3024000" cy="217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23" name="Content Placeholder 3"/>
          <p:cNvSpPr>
            <a:spLocks noGrp="1"/>
          </p:cNvSpPr>
          <p:nvPr>
            <p:ph sz="half" idx="38" hasCustomPrompt="1"/>
          </p:nvPr>
        </p:nvSpPr>
        <p:spPr>
          <a:xfrm>
            <a:off x="3441600" y="4310016"/>
            <a:ext cx="6192000" cy="212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29" name="Content Placeholder 3"/>
          <p:cNvSpPr>
            <a:spLocks noGrp="1"/>
          </p:cNvSpPr>
          <p:nvPr>
            <p:ph sz="half" idx="39" hasCustomPrompt="1"/>
          </p:nvPr>
        </p:nvSpPr>
        <p:spPr>
          <a:xfrm>
            <a:off x="266400" y="4310016"/>
            <a:ext cx="3024000" cy="212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</p:spPr>
        <p:txBody>
          <a:bodyPr lIns="0" tIns="0" rIns="0" bIns="0"/>
          <a:lstStyle>
            <a:lvl1pPr algn="l" defTabSz="957263" rtl="0" eaLnBrk="1" fontAlgn="base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defRPr lang="en-US" sz="1400" b="1" baseline="0" dirty="0" smtClean="0">
                <a:solidFill>
                  <a:schemeClr val="tx1"/>
                </a:solidFill>
                <a:latin typeface="+mj-lt"/>
                <a:ea typeface="MS PGothic" pitchFamily="34" charset="-128"/>
                <a:cs typeface="Arial Unicode MS" pitchFamily="34" charset="-128"/>
              </a:defRPr>
            </a:lvl1pPr>
          </a:lstStyle>
          <a:p>
            <a:pPr lvl="0" algn="l" defTabSz="957263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CC3300"/>
              </a:buClr>
            </a:pPr>
            <a:r>
              <a:rPr lang="en-US" dirty="0" smtClean="0"/>
              <a:t>Subheading text (optional)</a:t>
            </a:r>
            <a:br>
              <a:rPr lang="en-US" dirty="0" smtClean="0"/>
            </a:br>
            <a:r>
              <a:rPr lang="en-US" dirty="0" smtClean="0"/>
              <a:t>Subheading text (optional)</a:t>
            </a:r>
          </a:p>
        </p:txBody>
      </p:sp>
      <p:sp>
        <p:nvSpPr>
          <p:cNvPr id="17" name="Slide Number Placeholder"/>
          <p:cNvSpPr>
            <a:spLocks noGrp="1"/>
          </p:cNvSpPr>
          <p:nvPr>
            <p:ph type="ftr" sz="quarter" idx="3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</p:spPr>
        <p:txBody>
          <a:bodyPr lIns="0" tIns="0" rIns="18000" bIns="18000" anchor="ctr"/>
          <a:lstStyle>
            <a:lvl1pPr algn="ctr"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96A6800-FFF6-4ED7-8C1A-BE1D2596D2A3}" type="slidenum">
              <a:rPr lang="en-GB" smtClean="0"/>
              <a:pPr algn="r"/>
              <a:t>‹#›</a:t>
            </a:fld>
            <a:endParaRPr lang="en-GB" dirty="0"/>
          </a:p>
        </p:txBody>
      </p:sp>
      <p:sp>
        <p:nvSpPr>
          <p:cNvPr id="30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66400" y="1684068"/>
            <a:ext cx="3024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31" name="Text Placeholder 2"/>
          <p:cNvSpPr>
            <a:spLocks noGrp="1"/>
          </p:cNvSpPr>
          <p:nvPr>
            <p:ph type="body" idx="40" hasCustomPrompt="1"/>
          </p:nvPr>
        </p:nvSpPr>
        <p:spPr>
          <a:xfrm>
            <a:off x="3440831" y="1684068"/>
            <a:ext cx="6192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32" name="Text Placeholder 2"/>
          <p:cNvSpPr>
            <a:spLocks noGrp="1"/>
          </p:cNvSpPr>
          <p:nvPr>
            <p:ph type="body" idx="41" hasCustomPrompt="1"/>
          </p:nvPr>
        </p:nvSpPr>
        <p:spPr>
          <a:xfrm>
            <a:off x="266400" y="4117492"/>
            <a:ext cx="3024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33" name="Text Placeholder 2"/>
          <p:cNvSpPr>
            <a:spLocks noGrp="1"/>
          </p:cNvSpPr>
          <p:nvPr>
            <p:ph type="body" idx="42" hasCustomPrompt="1"/>
          </p:nvPr>
        </p:nvSpPr>
        <p:spPr>
          <a:xfrm>
            <a:off x="3440831" y="4117492"/>
            <a:ext cx="6192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Header Placeholder"/>
          <p:cNvSpPr>
            <a:spLocks noGrp="1"/>
          </p:cNvSpPr>
          <p:nvPr>
            <p:ph type="title" hasCustomPrompt="1"/>
          </p:nvPr>
        </p:nvSpPr>
        <p:spPr>
          <a:xfrm>
            <a:off x="1897200" y="57600"/>
            <a:ext cx="6336000" cy="7200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lang="en-GB" sz="1800" b="1" baseline="0" dirty="0">
                <a:solidFill>
                  <a:schemeClr val="tx1"/>
                </a:solidFill>
                <a:latin typeface="+mj-lt"/>
                <a:ea typeface="MS PGothic" pitchFamily="34" charset="-128"/>
                <a:cs typeface="Arial Unicode MS" pitchFamily="34" charset="-128"/>
              </a:defRPr>
            </a:lvl1pPr>
          </a:lstStyle>
          <a:p>
            <a:r>
              <a:rPr lang="en-GB" dirty="0" smtClean="0"/>
              <a:t>Main text</a:t>
            </a:r>
            <a:endParaRPr lang="en-GB" dirty="0"/>
          </a:p>
        </p:txBody>
      </p:sp>
      <p:sp>
        <p:nvSpPr>
          <p:cNvPr id="26" name="Subheader Placeholder"/>
          <p:cNvSpPr>
            <a:spLocks noGrp="1"/>
          </p:cNvSpPr>
          <p:nvPr>
            <p:ph type="body" sz="quarter" idx="14" hasCustomPrompt="1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</p:spPr>
        <p:txBody>
          <a:bodyPr lIns="0" tIns="0" rIns="0" bIns="0" anchor="b" anchorCtr="0"/>
          <a:lstStyle>
            <a:lvl1pPr marL="228600" indent="-228600"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GB" sz="700" i="1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Arial Unicode MS" pitchFamily="34" charset="-128"/>
              </a:defRPr>
            </a:lvl1pPr>
          </a:lstStyle>
          <a:p>
            <a:pPr marL="228600" lvl="0" indent="-228600" algn="l" defTabSz="957263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lang="en-GB" dirty="0" smtClean="0"/>
              <a:t>Source / Disclaimer / Annotations: 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half" idx="36" hasCustomPrompt="1"/>
          </p:nvPr>
        </p:nvSpPr>
        <p:spPr>
          <a:xfrm>
            <a:off x="266400" y="1900799"/>
            <a:ext cx="6192000" cy="217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half" idx="37" hasCustomPrompt="1"/>
          </p:nvPr>
        </p:nvSpPr>
        <p:spPr>
          <a:xfrm>
            <a:off x="6609600" y="1900799"/>
            <a:ext cx="3024000" cy="217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22" name="Content Placeholder 3"/>
          <p:cNvSpPr>
            <a:spLocks noGrp="1"/>
          </p:cNvSpPr>
          <p:nvPr>
            <p:ph sz="half" idx="38" hasCustomPrompt="1"/>
          </p:nvPr>
        </p:nvSpPr>
        <p:spPr>
          <a:xfrm>
            <a:off x="266400" y="4338891"/>
            <a:ext cx="6192000" cy="2100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29" name="Content Placeholder 3"/>
          <p:cNvSpPr>
            <a:spLocks noGrp="1"/>
          </p:cNvSpPr>
          <p:nvPr>
            <p:ph sz="half" idx="39" hasCustomPrompt="1"/>
          </p:nvPr>
        </p:nvSpPr>
        <p:spPr>
          <a:xfrm>
            <a:off x="6609600" y="4338891"/>
            <a:ext cx="3024000" cy="2100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</p:spPr>
        <p:txBody>
          <a:bodyPr lIns="0" tIns="0" rIns="0" bIns="0"/>
          <a:lstStyle>
            <a:lvl1pPr algn="l" defTabSz="957263" rtl="0" eaLnBrk="1" fontAlgn="base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defRPr lang="en-US" sz="1400" b="1" baseline="0" dirty="0" smtClean="0">
                <a:solidFill>
                  <a:schemeClr val="tx1"/>
                </a:solidFill>
                <a:latin typeface="+mj-lt"/>
                <a:ea typeface="MS PGothic" pitchFamily="34" charset="-128"/>
                <a:cs typeface="Arial Unicode MS" pitchFamily="34" charset="-128"/>
              </a:defRPr>
            </a:lvl1pPr>
          </a:lstStyle>
          <a:p>
            <a:pPr lvl="0" algn="l" defTabSz="957263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CC3300"/>
              </a:buClr>
            </a:pPr>
            <a:r>
              <a:rPr lang="en-US" dirty="0" smtClean="0"/>
              <a:t>Subheading text (optional)</a:t>
            </a:r>
            <a:br>
              <a:rPr lang="en-US" dirty="0" smtClean="0"/>
            </a:br>
            <a:r>
              <a:rPr lang="en-US" dirty="0" smtClean="0"/>
              <a:t>Subheading text (optional)</a:t>
            </a:r>
          </a:p>
        </p:txBody>
      </p:sp>
      <p:sp>
        <p:nvSpPr>
          <p:cNvPr id="17" name="Slide Number Placeholder"/>
          <p:cNvSpPr>
            <a:spLocks noGrp="1"/>
          </p:cNvSpPr>
          <p:nvPr>
            <p:ph type="ftr" sz="quarter" idx="3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</p:spPr>
        <p:txBody>
          <a:bodyPr lIns="0" tIns="0" rIns="18000" bIns="18000" anchor="ctr"/>
          <a:lstStyle>
            <a:lvl1pPr algn="ctr"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96A6800-FFF6-4ED7-8C1A-BE1D2596D2A3}" type="slidenum">
              <a:rPr lang="en-GB" smtClean="0"/>
              <a:pPr algn="r"/>
              <a:t>‹#›</a:t>
            </a:fld>
            <a:endParaRPr lang="en-GB" dirty="0"/>
          </a:p>
        </p:txBody>
      </p:sp>
      <p:sp>
        <p:nvSpPr>
          <p:cNvPr id="31" name="Text Placeholder 2"/>
          <p:cNvSpPr>
            <a:spLocks noGrp="1"/>
          </p:cNvSpPr>
          <p:nvPr>
            <p:ph type="body" idx="40" hasCustomPrompt="1"/>
          </p:nvPr>
        </p:nvSpPr>
        <p:spPr>
          <a:xfrm>
            <a:off x="266400" y="1684068"/>
            <a:ext cx="6192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32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609184" y="1684068"/>
            <a:ext cx="3024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41" hasCustomPrompt="1"/>
          </p:nvPr>
        </p:nvSpPr>
        <p:spPr>
          <a:xfrm>
            <a:off x="266400" y="4112498"/>
            <a:ext cx="6192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42" hasCustomPrompt="1"/>
          </p:nvPr>
        </p:nvSpPr>
        <p:spPr>
          <a:xfrm>
            <a:off x="6609184" y="4112498"/>
            <a:ext cx="3024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3"/>
          <p:cNvSpPr>
            <a:spLocks noGrp="1"/>
          </p:cNvSpPr>
          <p:nvPr>
            <p:ph sz="half" idx="49" hasCustomPrompt="1"/>
          </p:nvPr>
        </p:nvSpPr>
        <p:spPr>
          <a:xfrm>
            <a:off x="266400" y="1900799"/>
            <a:ext cx="2232000" cy="4538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22" name="Content Placeholder 3"/>
          <p:cNvSpPr>
            <a:spLocks noGrp="1"/>
          </p:cNvSpPr>
          <p:nvPr>
            <p:ph sz="half" idx="50" hasCustomPrompt="1"/>
          </p:nvPr>
        </p:nvSpPr>
        <p:spPr>
          <a:xfrm>
            <a:off x="2642400" y="1900799"/>
            <a:ext cx="2232000" cy="4538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25" name="Content Placeholder 3"/>
          <p:cNvSpPr>
            <a:spLocks noGrp="1"/>
          </p:cNvSpPr>
          <p:nvPr>
            <p:ph sz="half" idx="51" hasCustomPrompt="1"/>
          </p:nvPr>
        </p:nvSpPr>
        <p:spPr>
          <a:xfrm>
            <a:off x="5025600" y="1900799"/>
            <a:ext cx="2232000" cy="4538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26" name="Content Placeholder 3"/>
          <p:cNvSpPr>
            <a:spLocks noGrp="1"/>
          </p:cNvSpPr>
          <p:nvPr>
            <p:ph sz="half" idx="52" hasCustomPrompt="1"/>
          </p:nvPr>
        </p:nvSpPr>
        <p:spPr>
          <a:xfrm>
            <a:off x="7401600" y="1900799"/>
            <a:ext cx="2232000" cy="4538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24" name="Slide Header Placeholder"/>
          <p:cNvSpPr>
            <a:spLocks noGrp="1"/>
          </p:cNvSpPr>
          <p:nvPr>
            <p:ph type="title" hasCustomPrompt="1"/>
          </p:nvPr>
        </p:nvSpPr>
        <p:spPr>
          <a:xfrm>
            <a:off x="1897200" y="57600"/>
            <a:ext cx="6336000" cy="7200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lang="en-GB" sz="1800" b="1" baseline="0" dirty="0">
                <a:solidFill>
                  <a:schemeClr val="tx1"/>
                </a:solidFill>
                <a:latin typeface="+mj-lt"/>
                <a:ea typeface="MS PGothic" pitchFamily="34" charset="-128"/>
                <a:cs typeface="Arial Unicode MS" pitchFamily="34" charset="-128"/>
              </a:defRPr>
            </a:lvl1pPr>
          </a:lstStyle>
          <a:p>
            <a:r>
              <a:rPr lang="en-GB" dirty="0" smtClean="0"/>
              <a:t>Main text</a:t>
            </a:r>
            <a:endParaRPr lang="en-GB" dirty="0"/>
          </a:p>
        </p:txBody>
      </p:sp>
      <p:sp>
        <p:nvSpPr>
          <p:cNvPr id="27" name="Subheader Placeholder"/>
          <p:cNvSpPr>
            <a:spLocks noGrp="1"/>
          </p:cNvSpPr>
          <p:nvPr>
            <p:ph type="body" sz="quarter" idx="14" hasCustomPrompt="1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</p:spPr>
        <p:txBody>
          <a:bodyPr lIns="0" tIns="0" rIns="0" bIns="0" anchor="b" anchorCtr="0"/>
          <a:lstStyle>
            <a:lvl1pPr marL="228600" indent="-228600"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GB" sz="700" i="1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Arial Unicode MS" pitchFamily="34" charset="-128"/>
              </a:defRPr>
            </a:lvl1pPr>
          </a:lstStyle>
          <a:p>
            <a:pPr marL="228600" lvl="0" indent="-228600" algn="l" defTabSz="957263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lang="en-GB" dirty="0" smtClean="0"/>
              <a:t>Source / Disclaimer / Annotations: </a:t>
            </a:r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</p:spPr>
        <p:txBody>
          <a:bodyPr lIns="0" tIns="0" rIns="0" bIns="0"/>
          <a:lstStyle>
            <a:lvl1pPr algn="l" defTabSz="957263" rtl="0" eaLnBrk="1" fontAlgn="base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defRPr lang="en-US" sz="1400" b="1" baseline="0" dirty="0" smtClean="0">
                <a:solidFill>
                  <a:schemeClr val="tx1"/>
                </a:solidFill>
                <a:latin typeface="+mj-lt"/>
                <a:ea typeface="MS PGothic" pitchFamily="34" charset="-128"/>
                <a:cs typeface="Arial Unicode MS" pitchFamily="34" charset="-128"/>
              </a:defRPr>
            </a:lvl1pPr>
          </a:lstStyle>
          <a:p>
            <a:pPr lvl="0" algn="l" defTabSz="957263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CC3300"/>
              </a:buClr>
            </a:pPr>
            <a:r>
              <a:rPr lang="en-US" dirty="0" smtClean="0"/>
              <a:t>Subheading text (optional)</a:t>
            </a:r>
            <a:br>
              <a:rPr lang="en-US" dirty="0" smtClean="0"/>
            </a:br>
            <a:r>
              <a:rPr lang="en-US" dirty="0" smtClean="0"/>
              <a:t>Subheading text (optional)</a:t>
            </a:r>
          </a:p>
        </p:txBody>
      </p:sp>
      <p:sp>
        <p:nvSpPr>
          <p:cNvPr id="15" name="Slide Number Placeholder"/>
          <p:cNvSpPr>
            <a:spLocks noGrp="1"/>
          </p:cNvSpPr>
          <p:nvPr>
            <p:ph type="ftr" sz="quarter" idx="3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</p:spPr>
        <p:txBody>
          <a:bodyPr lIns="0" tIns="0" rIns="18000" bIns="18000" anchor="ctr"/>
          <a:lstStyle>
            <a:lvl1pPr algn="ctr"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96A6800-FFF6-4ED7-8C1A-BE1D2596D2A3}" type="slidenum">
              <a:rPr lang="en-GB" smtClean="0"/>
              <a:pPr algn="r"/>
              <a:t>‹#›</a:t>
            </a:fld>
            <a:endParaRPr lang="en-GB" dirty="0"/>
          </a:p>
        </p:txBody>
      </p:sp>
      <p:sp>
        <p:nvSpPr>
          <p:cNvPr id="2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66400" y="1684068"/>
            <a:ext cx="2232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idx="53" hasCustomPrompt="1"/>
          </p:nvPr>
        </p:nvSpPr>
        <p:spPr>
          <a:xfrm>
            <a:off x="2641512" y="1684068"/>
            <a:ext cx="2232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30" name="Text Placeholder 2"/>
          <p:cNvSpPr>
            <a:spLocks noGrp="1"/>
          </p:cNvSpPr>
          <p:nvPr>
            <p:ph type="body" idx="54" hasCustomPrompt="1"/>
          </p:nvPr>
        </p:nvSpPr>
        <p:spPr>
          <a:xfrm>
            <a:off x="5025600" y="1684068"/>
            <a:ext cx="2232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31" name="Text Placeholder 2"/>
          <p:cNvSpPr>
            <a:spLocks noGrp="1"/>
          </p:cNvSpPr>
          <p:nvPr>
            <p:ph type="body" idx="55" hasCustomPrompt="1"/>
          </p:nvPr>
        </p:nvSpPr>
        <p:spPr>
          <a:xfrm>
            <a:off x="7401600" y="1684068"/>
            <a:ext cx="2232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Header Placeholder"/>
          <p:cNvSpPr>
            <a:spLocks noGrp="1"/>
          </p:cNvSpPr>
          <p:nvPr>
            <p:ph type="title" hasCustomPrompt="1"/>
          </p:nvPr>
        </p:nvSpPr>
        <p:spPr>
          <a:xfrm>
            <a:off x="1897200" y="57600"/>
            <a:ext cx="6336000" cy="7200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lang="en-GB" sz="1800" b="1" baseline="0" dirty="0">
                <a:solidFill>
                  <a:schemeClr val="tx1"/>
                </a:solidFill>
                <a:latin typeface="+mj-lt"/>
                <a:ea typeface="MS PGothic" pitchFamily="34" charset="-128"/>
                <a:cs typeface="Arial Unicode MS" pitchFamily="34" charset="-128"/>
              </a:defRPr>
            </a:lvl1pPr>
          </a:lstStyle>
          <a:p>
            <a:r>
              <a:rPr lang="en-GB" dirty="0" smtClean="0"/>
              <a:t>Main text</a:t>
            </a:r>
            <a:endParaRPr lang="en-GB" dirty="0"/>
          </a:p>
        </p:txBody>
      </p:sp>
      <p:sp>
        <p:nvSpPr>
          <p:cNvPr id="35" name="Subheader Placeholder"/>
          <p:cNvSpPr>
            <a:spLocks noGrp="1"/>
          </p:cNvSpPr>
          <p:nvPr>
            <p:ph type="body" sz="quarter" idx="14" hasCustomPrompt="1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</p:spPr>
        <p:txBody>
          <a:bodyPr lIns="0" tIns="0" rIns="0" bIns="0" anchor="b" anchorCtr="0"/>
          <a:lstStyle>
            <a:lvl1pPr marL="228600" indent="-228600"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GB" sz="700" i="1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Arial Unicode MS" pitchFamily="34" charset="-128"/>
              </a:defRPr>
            </a:lvl1pPr>
          </a:lstStyle>
          <a:p>
            <a:pPr marL="228600" lvl="0" indent="-228600" algn="l" defTabSz="957263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lang="en-GB" dirty="0" smtClean="0"/>
              <a:t>Source / Disclaimer / Annotations: </a:t>
            </a:r>
          </a:p>
        </p:txBody>
      </p:sp>
      <p:sp>
        <p:nvSpPr>
          <p:cNvPr id="22" name="Content Placeholder 3"/>
          <p:cNvSpPr>
            <a:spLocks noGrp="1"/>
          </p:cNvSpPr>
          <p:nvPr>
            <p:ph sz="half" idx="49" hasCustomPrompt="1"/>
          </p:nvPr>
        </p:nvSpPr>
        <p:spPr>
          <a:xfrm>
            <a:off x="266400" y="1900799"/>
            <a:ext cx="2232000" cy="217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23" name="Content Placeholder 3"/>
          <p:cNvSpPr>
            <a:spLocks noGrp="1"/>
          </p:cNvSpPr>
          <p:nvPr>
            <p:ph sz="half" idx="50" hasCustomPrompt="1"/>
          </p:nvPr>
        </p:nvSpPr>
        <p:spPr>
          <a:xfrm>
            <a:off x="2642400" y="1900799"/>
            <a:ext cx="2232000" cy="217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32" name="Content Placeholder 3"/>
          <p:cNvSpPr>
            <a:spLocks noGrp="1"/>
          </p:cNvSpPr>
          <p:nvPr>
            <p:ph sz="half" idx="51" hasCustomPrompt="1"/>
          </p:nvPr>
        </p:nvSpPr>
        <p:spPr>
          <a:xfrm>
            <a:off x="5025600" y="1900799"/>
            <a:ext cx="2232000" cy="217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37" name="Content Placeholder 3"/>
          <p:cNvSpPr>
            <a:spLocks noGrp="1"/>
          </p:cNvSpPr>
          <p:nvPr>
            <p:ph sz="half" idx="52" hasCustomPrompt="1"/>
          </p:nvPr>
        </p:nvSpPr>
        <p:spPr>
          <a:xfrm>
            <a:off x="7401600" y="1900799"/>
            <a:ext cx="2232000" cy="217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42" name="Content Placeholder 3"/>
          <p:cNvSpPr>
            <a:spLocks noGrp="1"/>
          </p:cNvSpPr>
          <p:nvPr>
            <p:ph sz="half" idx="53" hasCustomPrompt="1"/>
          </p:nvPr>
        </p:nvSpPr>
        <p:spPr>
          <a:xfrm>
            <a:off x="266400" y="4310016"/>
            <a:ext cx="2232000" cy="212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43" name="Content Placeholder 3"/>
          <p:cNvSpPr>
            <a:spLocks noGrp="1"/>
          </p:cNvSpPr>
          <p:nvPr>
            <p:ph sz="half" idx="54" hasCustomPrompt="1"/>
          </p:nvPr>
        </p:nvSpPr>
        <p:spPr>
          <a:xfrm>
            <a:off x="2642400" y="4310016"/>
            <a:ext cx="2232000" cy="212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44" name="Content Placeholder 3"/>
          <p:cNvSpPr>
            <a:spLocks noGrp="1"/>
          </p:cNvSpPr>
          <p:nvPr>
            <p:ph sz="half" idx="55" hasCustomPrompt="1"/>
          </p:nvPr>
        </p:nvSpPr>
        <p:spPr>
          <a:xfrm>
            <a:off x="5025600" y="4310016"/>
            <a:ext cx="2232000" cy="212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45" name="Content Placeholder 3"/>
          <p:cNvSpPr>
            <a:spLocks noGrp="1"/>
          </p:cNvSpPr>
          <p:nvPr>
            <p:ph sz="half" idx="56" hasCustomPrompt="1"/>
          </p:nvPr>
        </p:nvSpPr>
        <p:spPr>
          <a:xfrm>
            <a:off x="7401600" y="4310016"/>
            <a:ext cx="2232000" cy="212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24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</p:spPr>
        <p:txBody>
          <a:bodyPr lIns="0" tIns="0" rIns="0" bIns="0"/>
          <a:lstStyle>
            <a:lvl1pPr algn="l" defTabSz="957263" rtl="0" eaLnBrk="1" fontAlgn="base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defRPr lang="en-US" sz="1400" b="1" baseline="0" dirty="0" smtClean="0">
                <a:solidFill>
                  <a:schemeClr val="tx1"/>
                </a:solidFill>
                <a:latin typeface="+mj-lt"/>
                <a:ea typeface="MS PGothic" pitchFamily="34" charset="-128"/>
                <a:cs typeface="Arial Unicode MS" pitchFamily="34" charset="-128"/>
              </a:defRPr>
            </a:lvl1pPr>
          </a:lstStyle>
          <a:p>
            <a:pPr lvl="0" algn="l" defTabSz="957263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CC3300"/>
              </a:buClr>
            </a:pPr>
            <a:r>
              <a:rPr lang="en-US" dirty="0" smtClean="0"/>
              <a:t>Subheading text (optional)</a:t>
            </a:r>
            <a:br>
              <a:rPr lang="en-US" dirty="0" smtClean="0"/>
            </a:br>
            <a:r>
              <a:rPr lang="en-US" dirty="0" smtClean="0"/>
              <a:t>Subheading text (optional)</a:t>
            </a:r>
          </a:p>
        </p:txBody>
      </p:sp>
      <p:sp>
        <p:nvSpPr>
          <p:cNvPr id="38" name="Slide Number Placeholder"/>
          <p:cNvSpPr>
            <a:spLocks noGrp="1"/>
          </p:cNvSpPr>
          <p:nvPr>
            <p:ph type="ftr" sz="quarter" idx="3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</p:spPr>
        <p:txBody>
          <a:bodyPr lIns="0" tIns="0" rIns="18000" bIns="18000" anchor="ctr"/>
          <a:lstStyle>
            <a:lvl1pPr algn="ctr"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96A6800-FFF6-4ED7-8C1A-BE1D2596D2A3}" type="slidenum">
              <a:rPr lang="en-GB" smtClean="0"/>
              <a:pPr algn="r"/>
              <a:t>‹#›</a:t>
            </a:fld>
            <a:endParaRPr lang="en-GB" dirty="0"/>
          </a:p>
        </p:txBody>
      </p:sp>
      <p:sp>
        <p:nvSpPr>
          <p:cNvPr id="50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66400" y="1684068"/>
            <a:ext cx="2232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51" name="Text Placeholder 2"/>
          <p:cNvSpPr>
            <a:spLocks noGrp="1"/>
          </p:cNvSpPr>
          <p:nvPr>
            <p:ph type="body" idx="57" hasCustomPrompt="1"/>
          </p:nvPr>
        </p:nvSpPr>
        <p:spPr>
          <a:xfrm>
            <a:off x="2641512" y="1684068"/>
            <a:ext cx="2232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52" name="Text Placeholder 2"/>
          <p:cNvSpPr>
            <a:spLocks noGrp="1"/>
          </p:cNvSpPr>
          <p:nvPr>
            <p:ph type="body" idx="58" hasCustomPrompt="1"/>
          </p:nvPr>
        </p:nvSpPr>
        <p:spPr>
          <a:xfrm>
            <a:off x="5025600" y="1684068"/>
            <a:ext cx="2232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53" name="Text Placeholder 2"/>
          <p:cNvSpPr>
            <a:spLocks noGrp="1"/>
          </p:cNvSpPr>
          <p:nvPr>
            <p:ph type="body" idx="59" hasCustomPrompt="1"/>
          </p:nvPr>
        </p:nvSpPr>
        <p:spPr>
          <a:xfrm>
            <a:off x="7401600" y="1684068"/>
            <a:ext cx="2232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54" name="Text Placeholder 2"/>
          <p:cNvSpPr>
            <a:spLocks noGrp="1"/>
          </p:cNvSpPr>
          <p:nvPr>
            <p:ph type="body" idx="60" hasCustomPrompt="1"/>
          </p:nvPr>
        </p:nvSpPr>
        <p:spPr>
          <a:xfrm>
            <a:off x="266400" y="4104156"/>
            <a:ext cx="2232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55" name="Text Placeholder 2"/>
          <p:cNvSpPr>
            <a:spLocks noGrp="1"/>
          </p:cNvSpPr>
          <p:nvPr>
            <p:ph type="body" idx="61" hasCustomPrompt="1"/>
          </p:nvPr>
        </p:nvSpPr>
        <p:spPr>
          <a:xfrm>
            <a:off x="2641512" y="4104156"/>
            <a:ext cx="2232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56" name="Text Placeholder 2"/>
          <p:cNvSpPr>
            <a:spLocks noGrp="1"/>
          </p:cNvSpPr>
          <p:nvPr>
            <p:ph type="body" idx="62" hasCustomPrompt="1"/>
          </p:nvPr>
        </p:nvSpPr>
        <p:spPr>
          <a:xfrm>
            <a:off x="5025600" y="4104156"/>
            <a:ext cx="2232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57" name="Text Placeholder 2"/>
          <p:cNvSpPr>
            <a:spLocks noGrp="1"/>
          </p:cNvSpPr>
          <p:nvPr>
            <p:ph type="body" idx="63" hasCustomPrompt="1"/>
          </p:nvPr>
        </p:nvSpPr>
        <p:spPr>
          <a:xfrm>
            <a:off x="7401600" y="4104156"/>
            <a:ext cx="2232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Header Placeholder"/>
          <p:cNvSpPr>
            <a:spLocks noGrp="1"/>
          </p:cNvSpPr>
          <p:nvPr>
            <p:ph type="title" hasCustomPrompt="1"/>
          </p:nvPr>
        </p:nvSpPr>
        <p:spPr>
          <a:xfrm>
            <a:off x="1897200" y="57600"/>
            <a:ext cx="6336000" cy="7200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lang="en-GB" sz="1800" b="1" baseline="0" dirty="0">
                <a:solidFill>
                  <a:schemeClr val="tx1"/>
                </a:solidFill>
                <a:latin typeface="+mj-lt"/>
                <a:ea typeface="MS PGothic" pitchFamily="34" charset="-128"/>
                <a:cs typeface="Arial Unicode MS" pitchFamily="34" charset="-128"/>
              </a:defRPr>
            </a:lvl1pPr>
          </a:lstStyle>
          <a:p>
            <a:r>
              <a:rPr lang="en-GB" dirty="0" smtClean="0"/>
              <a:t>Main text</a:t>
            </a:r>
            <a:endParaRPr lang="en-GB" dirty="0"/>
          </a:p>
        </p:txBody>
      </p:sp>
      <p:sp>
        <p:nvSpPr>
          <p:cNvPr id="16" name="Subheader Placeholder"/>
          <p:cNvSpPr>
            <a:spLocks noGrp="1"/>
          </p:cNvSpPr>
          <p:nvPr>
            <p:ph type="body" sz="quarter" idx="14" hasCustomPrompt="1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</p:spPr>
        <p:txBody>
          <a:bodyPr lIns="0" tIns="0" rIns="0" bIns="0" anchor="b" anchorCtr="0"/>
          <a:lstStyle>
            <a:lvl1pPr marL="228600" indent="-228600"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GB" sz="700" i="1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Arial Unicode MS" pitchFamily="34" charset="-128"/>
              </a:defRPr>
            </a:lvl1pPr>
          </a:lstStyle>
          <a:p>
            <a:pPr marL="228600" lvl="0" indent="-228600" algn="l" defTabSz="957263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lang="en-GB" dirty="0" smtClean="0"/>
              <a:t>Source / Disclaimer / Annotations: </a:t>
            </a:r>
          </a:p>
        </p:txBody>
      </p:sp>
      <p:sp>
        <p:nvSpPr>
          <p:cNvPr id="18" name="Content Placeholder 3"/>
          <p:cNvSpPr>
            <a:spLocks noGrp="1"/>
          </p:cNvSpPr>
          <p:nvPr>
            <p:ph sz="half" idx="19" hasCustomPrompt="1"/>
          </p:nvPr>
        </p:nvSpPr>
        <p:spPr>
          <a:xfrm>
            <a:off x="5025600" y="1900800"/>
            <a:ext cx="4608000" cy="217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21" hasCustomPrompt="1"/>
          </p:nvPr>
        </p:nvSpPr>
        <p:spPr>
          <a:xfrm>
            <a:off x="5025600" y="4302820"/>
            <a:ext cx="4608000" cy="2136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22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66400" y="1900801"/>
            <a:ext cx="4608000" cy="4538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</p:spPr>
        <p:txBody>
          <a:bodyPr lIns="0" tIns="0" rIns="0" bIns="0"/>
          <a:lstStyle>
            <a:lvl1pPr algn="l" defTabSz="957263" rtl="0" eaLnBrk="1" fontAlgn="base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defRPr lang="en-US" sz="1400" b="1" baseline="0" dirty="0" smtClean="0">
                <a:solidFill>
                  <a:schemeClr val="tx1"/>
                </a:solidFill>
                <a:latin typeface="+mj-lt"/>
                <a:ea typeface="MS PGothic" pitchFamily="34" charset="-128"/>
                <a:cs typeface="Arial Unicode MS" pitchFamily="34" charset="-128"/>
              </a:defRPr>
            </a:lvl1pPr>
          </a:lstStyle>
          <a:p>
            <a:pPr lvl="0" algn="l" defTabSz="957263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CC3300"/>
              </a:buClr>
            </a:pPr>
            <a:r>
              <a:rPr lang="en-US" dirty="0" smtClean="0"/>
              <a:t>Subheading text (optional)</a:t>
            </a:r>
            <a:br>
              <a:rPr lang="en-US" dirty="0" smtClean="0"/>
            </a:br>
            <a:r>
              <a:rPr lang="en-US" dirty="0" smtClean="0"/>
              <a:t>Subheading text (optional)</a:t>
            </a:r>
          </a:p>
        </p:txBody>
      </p:sp>
      <p:sp>
        <p:nvSpPr>
          <p:cNvPr id="19" name="Slide Number Placeholder"/>
          <p:cNvSpPr>
            <a:spLocks noGrp="1"/>
          </p:cNvSpPr>
          <p:nvPr>
            <p:ph type="ftr" sz="quarter" idx="3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</p:spPr>
        <p:txBody>
          <a:bodyPr lIns="0" tIns="0" rIns="18000" bIns="18000" anchor="ctr"/>
          <a:lstStyle>
            <a:lvl1pPr algn="ctr"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96A6800-FFF6-4ED7-8C1A-BE1D2596D2A3}" type="slidenum">
              <a:rPr lang="en-GB" smtClean="0"/>
              <a:pPr algn="r"/>
              <a:t>‹#›</a:t>
            </a:fld>
            <a:endParaRPr lang="en-GB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66400" y="1684068"/>
            <a:ext cx="4608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26" name="Text Placeholder 2"/>
          <p:cNvSpPr>
            <a:spLocks noGrp="1"/>
          </p:cNvSpPr>
          <p:nvPr>
            <p:ph type="body" idx="22" hasCustomPrompt="1"/>
          </p:nvPr>
        </p:nvSpPr>
        <p:spPr>
          <a:xfrm>
            <a:off x="5025600" y="1684068"/>
            <a:ext cx="4608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27" name="Text Placeholder 2"/>
          <p:cNvSpPr>
            <a:spLocks noGrp="1"/>
          </p:cNvSpPr>
          <p:nvPr>
            <p:ph type="body" idx="23" hasCustomPrompt="1"/>
          </p:nvPr>
        </p:nvSpPr>
        <p:spPr>
          <a:xfrm>
            <a:off x="5025600" y="4091964"/>
            <a:ext cx="4608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Header Placeholder"/>
          <p:cNvSpPr>
            <a:spLocks noGrp="1"/>
          </p:cNvSpPr>
          <p:nvPr>
            <p:ph type="title" hasCustomPrompt="1"/>
          </p:nvPr>
        </p:nvSpPr>
        <p:spPr>
          <a:xfrm>
            <a:off x="1897200" y="57600"/>
            <a:ext cx="6336000" cy="7200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lang="en-GB" sz="1800" b="1" baseline="0" dirty="0">
                <a:solidFill>
                  <a:schemeClr val="tx1"/>
                </a:solidFill>
                <a:latin typeface="+mj-lt"/>
                <a:ea typeface="MS PGothic" pitchFamily="34" charset="-128"/>
                <a:cs typeface="Arial Unicode MS" pitchFamily="34" charset="-128"/>
              </a:defRPr>
            </a:lvl1pPr>
          </a:lstStyle>
          <a:p>
            <a:r>
              <a:rPr lang="en-GB" dirty="0" smtClean="0"/>
              <a:t>Main text</a:t>
            </a:r>
            <a:endParaRPr lang="en-GB" dirty="0"/>
          </a:p>
        </p:txBody>
      </p:sp>
      <p:sp>
        <p:nvSpPr>
          <p:cNvPr id="24" name="Subheader Placeholder"/>
          <p:cNvSpPr>
            <a:spLocks noGrp="1"/>
          </p:cNvSpPr>
          <p:nvPr>
            <p:ph type="body" sz="quarter" idx="14" hasCustomPrompt="1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</p:spPr>
        <p:txBody>
          <a:bodyPr lIns="0" tIns="0" rIns="0" bIns="0" anchor="b" anchorCtr="0"/>
          <a:lstStyle>
            <a:lvl1pPr marL="228600" indent="-228600"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GB" sz="700" i="1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Arial Unicode MS" pitchFamily="34" charset="-128"/>
              </a:defRPr>
            </a:lvl1pPr>
          </a:lstStyle>
          <a:p>
            <a:pPr marL="228600" lvl="0" indent="-228600" algn="l" defTabSz="957263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lang="en-GB" dirty="0" smtClean="0"/>
              <a:t>Source / Disclaimer / Annotations: 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66400" y="1900800"/>
            <a:ext cx="4608000" cy="217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22" name="Content Placeholder 3"/>
          <p:cNvSpPr>
            <a:spLocks noGrp="1"/>
          </p:cNvSpPr>
          <p:nvPr>
            <p:ph sz="half" idx="20" hasCustomPrompt="1"/>
          </p:nvPr>
        </p:nvSpPr>
        <p:spPr>
          <a:xfrm>
            <a:off x="266400" y="4302820"/>
            <a:ext cx="4608000" cy="2136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26" name="Content Placeholder 3"/>
          <p:cNvSpPr>
            <a:spLocks noGrp="1"/>
          </p:cNvSpPr>
          <p:nvPr>
            <p:ph sz="half" idx="19" hasCustomPrompt="1"/>
          </p:nvPr>
        </p:nvSpPr>
        <p:spPr>
          <a:xfrm>
            <a:off x="5025600" y="1900801"/>
            <a:ext cx="4608000" cy="4538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</p:spPr>
        <p:txBody>
          <a:bodyPr lIns="0" tIns="0" rIns="0" bIns="0"/>
          <a:lstStyle>
            <a:lvl1pPr algn="l" defTabSz="957263" rtl="0" eaLnBrk="1" fontAlgn="base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defRPr lang="en-US" sz="1400" b="1" baseline="0" dirty="0" smtClean="0">
                <a:solidFill>
                  <a:schemeClr val="tx1"/>
                </a:solidFill>
                <a:latin typeface="+mj-lt"/>
                <a:ea typeface="MS PGothic" pitchFamily="34" charset="-128"/>
                <a:cs typeface="Arial Unicode MS" pitchFamily="34" charset="-128"/>
              </a:defRPr>
            </a:lvl1pPr>
          </a:lstStyle>
          <a:p>
            <a:pPr lvl="0" algn="l" defTabSz="957263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CC3300"/>
              </a:buClr>
            </a:pPr>
            <a:r>
              <a:rPr lang="en-US" dirty="0" smtClean="0"/>
              <a:t>Subheading text (optional)</a:t>
            </a:r>
            <a:br>
              <a:rPr lang="en-US" dirty="0" smtClean="0"/>
            </a:br>
            <a:r>
              <a:rPr lang="en-US" dirty="0" smtClean="0"/>
              <a:t>Subheading text (optional)</a:t>
            </a:r>
          </a:p>
        </p:txBody>
      </p:sp>
      <p:sp>
        <p:nvSpPr>
          <p:cNvPr id="17" name="Slide Number Placeholder"/>
          <p:cNvSpPr>
            <a:spLocks noGrp="1"/>
          </p:cNvSpPr>
          <p:nvPr>
            <p:ph type="ftr" sz="quarter" idx="3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</p:spPr>
        <p:txBody>
          <a:bodyPr lIns="0" tIns="0" rIns="18000" bIns="18000" anchor="ctr"/>
          <a:lstStyle>
            <a:lvl1pPr algn="ctr"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96A6800-FFF6-4ED7-8C1A-BE1D2596D2A3}" type="slidenum">
              <a:rPr lang="en-GB" smtClean="0"/>
              <a:pPr algn="r"/>
              <a:t>‹#›</a:t>
            </a:fld>
            <a:endParaRPr lang="en-GB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66400" y="1684068"/>
            <a:ext cx="4608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25" name="Text Placeholder 2"/>
          <p:cNvSpPr>
            <a:spLocks noGrp="1"/>
          </p:cNvSpPr>
          <p:nvPr>
            <p:ph type="body" idx="22" hasCustomPrompt="1"/>
          </p:nvPr>
        </p:nvSpPr>
        <p:spPr>
          <a:xfrm>
            <a:off x="5017088" y="1684068"/>
            <a:ext cx="4608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27" name="Text Placeholder 2"/>
          <p:cNvSpPr>
            <a:spLocks noGrp="1"/>
          </p:cNvSpPr>
          <p:nvPr>
            <p:ph type="body" idx="23" hasCustomPrompt="1"/>
          </p:nvPr>
        </p:nvSpPr>
        <p:spPr>
          <a:xfrm>
            <a:off x="266400" y="4093108"/>
            <a:ext cx="4608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Header Placeholder"/>
          <p:cNvSpPr>
            <a:spLocks noGrp="1"/>
          </p:cNvSpPr>
          <p:nvPr>
            <p:ph type="title" hasCustomPrompt="1"/>
          </p:nvPr>
        </p:nvSpPr>
        <p:spPr>
          <a:xfrm>
            <a:off x="1897200" y="57600"/>
            <a:ext cx="6336000" cy="7200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lang="en-GB" sz="1800" b="1" baseline="0" dirty="0">
                <a:solidFill>
                  <a:schemeClr val="tx1"/>
                </a:solidFill>
                <a:latin typeface="+mj-lt"/>
                <a:ea typeface="MS PGothic" pitchFamily="34" charset="-128"/>
                <a:cs typeface="Arial Unicode MS" pitchFamily="34" charset="-128"/>
              </a:defRPr>
            </a:lvl1pPr>
          </a:lstStyle>
          <a:p>
            <a:r>
              <a:rPr lang="en-GB" dirty="0" smtClean="0"/>
              <a:t>Main text</a:t>
            </a:r>
            <a:endParaRPr lang="en-GB" dirty="0"/>
          </a:p>
        </p:txBody>
      </p:sp>
      <p:sp>
        <p:nvSpPr>
          <p:cNvPr id="16" name="Subheader Placeholder"/>
          <p:cNvSpPr>
            <a:spLocks noGrp="1"/>
          </p:cNvSpPr>
          <p:nvPr>
            <p:ph type="body" sz="quarter" idx="14" hasCustomPrompt="1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</p:spPr>
        <p:txBody>
          <a:bodyPr lIns="0" tIns="0" rIns="0" bIns="0" anchor="b" anchorCtr="0"/>
          <a:lstStyle>
            <a:lvl1pPr marL="2286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GB" sz="700" i="1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Arial Unicode MS" pitchFamily="34" charset="-128"/>
              </a:defRPr>
            </a:lvl1pPr>
          </a:lstStyle>
          <a:p>
            <a:pPr lvl="0"/>
            <a:r>
              <a:rPr lang="en-GB" dirty="0" smtClean="0"/>
              <a:t>Source / Disclaimer / Annotations: 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20" hasCustomPrompt="1"/>
          </p:nvPr>
        </p:nvSpPr>
        <p:spPr>
          <a:xfrm>
            <a:off x="266400" y="4302820"/>
            <a:ext cx="4608000" cy="2136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21" hasCustomPrompt="1"/>
          </p:nvPr>
        </p:nvSpPr>
        <p:spPr>
          <a:xfrm>
            <a:off x="5018400" y="4302820"/>
            <a:ext cx="4608000" cy="2136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23" name="Content Placeholder 3"/>
          <p:cNvSpPr>
            <a:spLocks noGrp="1"/>
          </p:cNvSpPr>
          <p:nvPr>
            <p:ph sz="half" idx="26" hasCustomPrompt="1"/>
          </p:nvPr>
        </p:nvSpPr>
        <p:spPr>
          <a:xfrm>
            <a:off x="266400" y="1900800"/>
            <a:ext cx="9360000" cy="217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19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</p:spPr>
        <p:txBody>
          <a:bodyPr lIns="0" tIns="0" rIns="0" bIns="0"/>
          <a:lstStyle>
            <a:lvl1pPr algn="l" defTabSz="957263" rtl="0" eaLnBrk="1" fontAlgn="base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defRPr lang="en-US" sz="1400" b="1" baseline="0" dirty="0" smtClean="0">
                <a:solidFill>
                  <a:schemeClr val="tx1"/>
                </a:solidFill>
                <a:latin typeface="+mj-lt"/>
                <a:ea typeface="MS PGothic" pitchFamily="34" charset="-128"/>
                <a:cs typeface="Arial Unicode MS" pitchFamily="34" charset="-128"/>
              </a:defRPr>
            </a:lvl1pPr>
          </a:lstStyle>
          <a:p>
            <a:pPr lvl="0" algn="l" defTabSz="957263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CC3300"/>
              </a:buClr>
            </a:pPr>
            <a:r>
              <a:rPr lang="en-US" dirty="0" smtClean="0"/>
              <a:t>Subheading text (optional)</a:t>
            </a:r>
            <a:br>
              <a:rPr lang="en-US" dirty="0" smtClean="0"/>
            </a:br>
            <a:r>
              <a:rPr lang="en-US" dirty="0" smtClean="0"/>
              <a:t>Subheading text (optional)</a:t>
            </a:r>
          </a:p>
        </p:txBody>
      </p:sp>
      <p:sp>
        <p:nvSpPr>
          <p:cNvPr id="18" name="Slide Number Placeholder"/>
          <p:cNvSpPr>
            <a:spLocks noGrp="1"/>
          </p:cNvSpPr>
          <p:nvPr>
            <p:ph type="ftr" sz="quarter" idx="3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</p:spPr>
        <p:txBody>
          <a:bodyPr lIns="0" tIns="0" rIns="18000" bIns="18000" anchor="ctr"/>
          <a:lstStyle>
            <a:lvl1pPr algn="ctr"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96A6800-FFF6-4ED7-8C1A-BE1D2596D2A3}" type="slidenum">
              <a:rPr lang="en-GB" smtClean="0"/>
              <a:pPr algn="r"/>
              <a:t>‹#›</a:t>
            </a:fld>
            <a:endParaRPr lang="en-GB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66400" y="1684068"/>
            <a:ext cx="9360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26" name="Text Placeholder 2"/>
          <p:cNvSpPr>
            <a:spLocks noGrp="1"/>
          </p:cNvSpPr>
          <p:nvPr>
            <p:ph type="body" idx="27" hasCustomPrompt="1"/>
          </p:nvPr>
        </p:nvSpPr>
        <p:spPr>
          <a:xfrm>
            <a:off x="266400" y="4091964"/>
            <a:ext cx="4608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27" name="Text Placeholder 2"/>
          <p:cNvSpPr>
            <a:spLocks noGrp="1"/>
          </p:cNvSpPr>
          <p:nvPr>
            <p:ph type="body" idx="28" hasCustomPrompt="1"/>
          </p:nvPr>
        </p:nvSpPr>
        <p:spPr>
          <a:xfrm>
            <a:off x="5017088" y="4091964"/>
            <a:ext cx="4608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Header Placeholder"/>
          <p:cNvSpPr>
            <a:spLocks noGrp="1"/>
          </p:cNvSpPr>
          <p:nvPr>
            <p:ph type="title" hasCustomPrompt="1"/>
          </p:nvPr>
        </p:nvSpPr>
        <p:spPr>
          <a:xfrm>
            <a:off x="1897200" y="57600"/>
            <a:ext cx="6336000" cy="7200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lang="en-GB" sz="1800" b="1" baseline="0" dirty="0">
                <a:solidFill>
                  <a:schemeClr val="tx1"/>
                </a:solidFill>
                <a:latin typeface="+mj-lt"/>
                <a:ea typeface="MS PGothic" pitchFamily="34" charset="-128"/>
                <a:cs typeface="Arial Unicode MS" pitchFamily="34" charset="-128"/>
              </a:defRPr>
            </a:lvl1pPr>
          </a:lstStyle>
          <a:p>
            <a:r>
              <a:rPr lang="en-GB" dirty="0" smtClean="0"/>
              <a:t>Main text</a:t>
            </a:r>
            <a:endParaRPr lang="en-GB" dirty="0"/>
          </a:p>
        </p:txBody>
      </p:sp>
      <p:sp>
        <p:nvSpPr>
          <p:cNvPr id="24" name="Subheader Placeholder"/>
          <p:cNvSpPr>
            <a:spLocks noGrp="1"/>
          </p:cNvSpPr>
          <p:nvPr>
            <p:ph type="body" sz="quarter" idx="14" hasCustomPrompt="1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</p:spPr>
        <p:txBody>
          <a:bodyPr lIns="0" tIns="0" rIns="0" bIns="0" anchor="b" anchorCtr="0"/>
          <a:lstStyle>
            <a:lvl1pPr marL="228600" indent="-228600"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GB" sz="700" i="1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Arial Unicode MS" pitchFamily="34" charset="-128"/>
              </a:defRPr>
            </a:lvl1pPr>
          </a:lstStyle>
          <a:p>
            <a:pPr marL="228600" lvl="0" indent="-228600" algn="l" defTabSz="957263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lang="en-GB" dirty="0" smtClean="0"/>
              <a:t>Source / Disclaimer / Annotations: 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66400" y="1900800"/>
            <a:ext cx="4608000" cy="217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19" name="Content Placeholder 3"/>
          <p:cNvSpPr>
            <a:spLocks noGrp="1"/>
          </p:cNvSpPr>
          <p:nvPr>
            <p:ph sz="half" idx="19" hasCustomPrompt="1"/>
          </p:nvPr>
        </p:nvSpPr>
        <p:spPr>
          <a:xfrm>
            <a:off x="5025600" y="1900800"/>
            <a:ext cx="4608000" cy="217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26" name="Content Placeholder 3"/>
          <p:cNvSpPr>
            <a:spLocks noGrp="1"/>
          </p:cNvSpPr>
          <p:nvPr>
            <p:ph sz="half" idx="27" hasCustomPrompt="1"/>
          </p:nvPr>
        </p:nvSpPr>
        <p:spPr>
          <a:xfrm>
            <a:off x="266400" y="4317475"/>
            <a:ext cx="9360000" cy="21214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</p:spPr>
        <p:txBody>
          <a:bodyPr lIns="0" tIns="0" rIns="0" bIns="0"/>
          <a:lstStyle>
            <a:lvl1pPr algn="l" defTabSz="957263" rtl="0" eaLnBrk="1" fontAlgn="base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defRPr lang="en-US" sz="1400" b="1" baseline="0" dirty="0" smtClean="0">
                <a:solidFill>
                  <a:schemeClr val="tx1"/>
                </a:solidFill>
                <a:latin typeface="+mj-lt"/>
                <a:ea typeface="MS PGothic" pitchFamily="34" charset="-128"/>
                <a:cs typeface="Arial Unicode MS" pitchFamily="34" charset="-128"/>
              </a:defRPr>
            </a:lvl1pPr>
          </a:lstStyle>
          <a:p>
            <a:pPr lvl="0" algn="l" defTabSz="957263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CC3300"/>
              </a:buClr>
            </a:pPr>
            <a:r>
              <a:rPr lang="en-US" dirty="0" smtClean="0"/>
              <a:t>Subheading text (optional)</a:t>
            </a:r>
            <a:br>
              <a:rPr lang="en-US" dirty="0" smtClean="0"/>
            </a:br>
            <a:r>
              <a:rPr lang="en-US" dirty="0" smtClean="0"/>
              <a:t>Subheading text (optional)</a:t>
            </a:r>
          </a:p>
        </p:txBody>
      </p:sp>
      <p:sp>
        <p:nvSpPr>
          <p:cNvPr id="14" name="Slide Number Placeholder"/>
          <p:cNvSpPr>
            <a:spLocks noGrp="1"/>
          </p:cNvSpPr>
          <p:nvPr>
            <p:ph type="ftr" sz="quarter" idx="3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</p:spPr>
        <p:txBody>
          <a:bodyPr lIns="0" tIns="0" rIns="18000" bIns="18000" anchor="ctr"/>
          <a:lstStyle>
            <a:lvl1pPr algn="ctr"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96A6800-FFF6-4ED7-8C1A-BE1D2596D2A3}" type="slidenum">
              <a:rPr lang="en-GB" smtClean="0"/>
              <a:pPr algn="r"/>
              <a:t>‹#›</a:t>
            </a:fld>
            <a:endParaRPr lang="en-GB" dirty="0"/>
          </a:p>
        </p:txBody>
      </p:sp>
      <p:sp>
        <p:nvSpPr>
          <p:cNvPr id="25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66400" y="1684068"/>
            <a:ext cx="4608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27" name="Text Placeholder 2"/>
          <p:cNvSpPr>
            <a:spLocks noGrp="1"/>
          </p:cNvSpPr>
          <p:nvPr>
            <p:ph type="body" idx="28" hasCustomPrompt="1"/>
          </p:nvPr>
        </p:nvSpPr>
        <p:spPr>
          <a:xfrm>
            <a:off x="266400" y="4104156"/>
            <a:ext cx="9360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28" name="Text Placeholder 2"/>
          <p:cNvSpPr>
            <a:spLocks noGrp="1"/>
          </p:cNvSpPr>
          <p:nvPr>
            <p:ph type="body" idx="29" hasCustomPrompt="1"/>
          </p:nvPr>
        </p:nvSpPr>
        <p:spPr>
          <a:xfrm>
            <a:off x="5024312" y="1684068"/>
            <a:ext cx="4608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Header Placeholder"/>
          <p:cNvSpPr>
            <a:spLocks noGrp="1"/>
          </p:cNvSpPr>
          <p:nvPr>
            <p:ph type="title" hasCustomPrompt="1"/>
          </p:nvPr>
        </p:nvSpPr>
        <p:spPr>
          <a:xfrm>
            <a:off x="1897200" y="57600"/>
            <a:ext cx="6336000" cy="7200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lang="en-GB" sz="1800" b="1" baseline="0" dirty="0">
                <a:solidFill>
                  <a:schemeClr val="tx1"/>
                </a:solidFill>
                <a:latin typeface="+mj-lt"/>
                <a:ea typeface="MS PGothic" pitchFamily="34" charset="-128"/>
                <a:cs typeface="Arial Unicode MS" pitchFamily="34" charset="-128"/>
              </a:defRPr>
            </a:lvl1pPr>
          </a:lstStyle>
          <a:p>
            <a:r>
              <a:rPr lang="en-GB" dirty="0" smtClean="0"/>
              <a:t>Main text</a:t>
            </a:r>
            <a:endParaRPr lang="en-GB" dirty="0"/>
          </a:p>
        </p:txBody>
      </p:sp>
      <p:sp>
        <p:nvSpPr>
          <p:cNvPr id="18" name="Subheader Placeholder"/>
          <p:cNvSpPr>
            <a:spLocks noGrp="1"/>
          </p:cNvSpPr>
          <p:nvPr>
            <p:ph type="body" sz="quarter" idx="14" hasCustomPrompt="1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</p:spPr>
        <p:txBody>
          <a:bodyPr lIns="0" tIns="0" rIns="0" bIns="0" anchor="b" anchorCtr="0"/>
          <a:lstStyle>
            <a:lvl1pPr marL="228600" indent="-228600"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GB" sz="700" i="1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Arial Unicode MS" pitchFamily="34" charset="-128"/>
              </a:defRPr>
            </a:lvl1pPr>
          </a:lstStyle>
          <a:p>
            <a:pPr marL="228600" lvl="0" indent="-228600" algn="l" defTabSz="957263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lang="en-GB" dirty="0" smtClean="0"/>
              <a:t>Source / Disclaimer / Annotations: 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half" idx="26" hasCustomPrompt="1"/>
          </p:nvPr>
        </p:nvSpPr>
        <p:spPr>
          <a:xfrm>
            <a:off x="266400" y="1900800"/>
            <a:ext cx="9360000" cy="217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22" name="Content Placeholder 3"/>
          <p:cNvSpPr>
            <a:spLocks noGrp="1"/>
          </p:cNvSpPr>
          <p:nvPr>
            <p:ph sz="half" idx="39" hasCustomPrompt="1"/>
          </p:nvPr>
        </p:nvSpPr>
        <p:spPr>
          <a:xfrm>
            <a:off x="266400" y="4313837"/>
            <a:ext cx="3024000" cy="2125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23" name="Content Placeholder 3"/>
          <p:cNvSpPr>
            <a:spLocks noGrp="1"/>
          </p:cNvSpPr>
          <p:nvPr>
            <p:ph sz="half" idx="40" hasCustomPrompt="1"/>
          </p:nvPr>
        </p:nvSpPr>
        <p:spPr>
          <a:xfrm>
            <a:off x="6609600" y="4313837"/>
            <a:ext cx="3024000" cy="2125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30" name="Content Placeholder 3"/>
          <p:cNvSpPr>
            <a:spLocks noGrp="1"/>
          </p:cNvSpPr>
          <p:nvPr>
            <p:ph sz="half" idx="41" hasCustomPrompt="1"/>
          </p:nvPr>
        </p:nvSpPr>
        <p:spPr>
          <a:xfrm>
            <a:off x="3439800" y="4313837"/>
            <a:ext cx="3024000" cy="2125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19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</p:spPr>
        <p:txBody>
          <a:bodyPr lIns="0" tIns="0" rIns="0" bIns="0"/>
          <a:lstStyle>
            <a:lvl1pPr algn="l" defTabSz="957263" rtl="0" eaLnBrk="1" fontAlgn="base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defRPr lang="en-US" sz="1400" b="1" baseline="0" dirty="0" smtClean="0">
                <a:solidFill>
                  <a:schemeClr val="tx1"/>
                </a:solidFill>
                <a:latin typeface="+mj-lt"/>
                <a:ea typeface="MS PGothic" pitchFamily="34" charset="-128"/>
                <a:cs typeface="Arial Unicode MS" pitchFamily="34" charset="-128"/>
              </a:defRPr>
            </a:lvl1pPr>
          </a:lstStyle>
          <a:p>
            <a:pPr lvl="0" algn="l" defTabSz="957263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CC3300"/>
              </a:buClr>
            </a:pPr>
            <a:r>
              <a:rPr lang="en-US" dirty="0" smtClean="0"/>
              <a:t>Subheading text (optional)</a:t>
            </a:r>
            <a:br>
              <a:rPr lang="en-US" dirty="0" smtClean="0"/>
            </a:br>
            <a:r>
              <a:rPr lang="en-US" dirty="0" smtClean="0"/>
              <a:t>Subheading text (optional)</a:t>
            </a:r>
          </a:p>
        </p:txBody>
      </p:sp>
      <p:sp>
        <p:nvSpPr>
          <p:cNvPr id="15" name="Slide Number Placeholder"/>
          <p:cNvSpPr>
            <a:spLocks noGrp="1"/>
          </p:cNvSpPr>
          <p:nvPr>
            <p:ph type="ftr" sz="quarter" idx="3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</p:spPr>
        <p:txBody>
          <a:bodyPr lIns="0" tIns="0" rIns="18000" bIns="18000" anchor="ctr"/>
          <a:lstStyle>
            <a:lvl1pPr algn="ctr"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96A6800-FFF6-4ED7-8C1A-BE1D2596D2A3}" type="slidenum">
              <a:rPr lang="en-GB" smtClean="0"/>
              <a:pPr algn="r"/>
              <a:t>‹#›</a:t>
            </a:fld>
            <a:endParaRPr lang="en-GB" dirty="0"/>
          </a:p>
        </p:txBody>
      </p:sp>
      <p:sp>
        <p:nvSpPr>
          <p:cNvPr id="29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66400" y="1684068"/>
            <a:ext cx="9360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31" name="Text Placeholder 2"/>
          <p:cNvSpPr>
            <a:spLocks noGrp="1"/>
          </p:cNvSpPr>
          <p:nvPr>
            <p:ph type="body" idx="42" hasCustomPrompt="1"/>
          </p:nvPr>
        </p:nvSpPr>
        <p:spPr>
          <a:xfrm>
            <a:off x="266400" y="4104156"/>
            <a:ext cx="3024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32" name="Text Placeholder 2"/>
          <p:cNvSpPr>
            <a:spLocks noGrp="1"/>
          </p:cNvSpPr>
          <p:nvPr>
            <p:ph type="body" idx="43" hasCustomPrompt="1"/>
          </p:nvPr>
        </p:nvSpPr>
        <p:spPr>
          <a:xfrm>
            <a:off x="3441600" y="4104156"/>
            <a:ext cx="3024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33" name="Text Placeholder 2"/>
          <p:cNvSpPr>
            <a:spLocks noGrp="1"/>
          </p:cNvSpPr>
          <p:nvPr>
            <p:ph type="body" idx="44" hasCustomPrompt="1"/>
          </p:nvPr>
        </p:nvSpPr>
        <p:spPr>
          <a:xfrm>
            <a:off x="6610048" y="4104156"/>
            <a:ext cx="3024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Header Placeholder"/>
          <p:cNvSpPr>
            <a:spLocks noGrp="1"/>
          </p:cNvSpPr>
          <p:nvPr>
            <p:ph type="title" hasCustomPrompt="1"/>
          </p:nvPr>
        </p:nvSpPr>
        <p:spPr>
          <a:xfrm>
            <a:off x="1897200" y="57600"/>
            <a:ext cx="6336000" cy="7200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lang="en-GB" sz="1800" b="1" baseline="0" dirty="0">
                <a:solidFill>
                  <a:schemeClr val="tx1"/>
                </a:solidFill>
                <a:latin typeface="+mj-lt"/>
                <a:ea typeface="MS PGothic" pitchFamily="34" charset="-128"/>
                <a:cs typeface="Arial Unicode MS" pitchFamily="34" charset="-128"/>
              </a:defRPr>
            </a:lvl1pPr>
          </a:lstStyle>
          <a:p>
            <a:r>
              <a:rPr lang="en-GB" dirty="0" smtClean="0"/>
              <a:t>Main text</a:t>
            </a:r>
            <a:endParaRPr lang="en-GB" dirty="0"/>
          </a:p>
        </p:txBody>
      </p:sp>
      <p:sp>
        <p:nvSpPr>
          <p:cNvPr id="26" name="Subheader Placeholder"/>
          <p:cNvSpPr>
            <a:spLocks noGrp="1"/>
          </p:cNvSpPr>
          <p:nvPr>
            <p:ph type="body" sz="quarter" idx="14" hasCustomPrompt="1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</p:spPr>
        <p:txBody>
          <a:bodyPr lIns="0" tIns="0" rIns="0" bIns="0" anchor="b" anchorCtr="0"/>
          <a:lstStyle>
            <a:lvl1pPr marL="228600" indent="-228600"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GB" sz="700" i="1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Arial Unicode MS" pitchFamily="34" charset="-128"/>
              </a:defRPr>
            </a:lvl1pPr>
          </a:lstStyle>
          <a:p>
            <a:pPr marL="228600" lvl="0" indent="-228600" algn="l" defTabSz="957263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lang="en-GB" dirty="0" smtClean="0"/>
              <a:t>Source / Disclaimer / Annotations: </a:t>
            </a:r>
          </a:p>
        </p:txBody>
      </p:sp>
      <p:sp>
        <p:nvSpPr>
          <p:cNvPr id="21" name="Content Placeholder 3"/>
          <p:cNvSpPr>
            <a:spLocks noGrp="1"/>
          </p:cNvSpPr>
          <p:nvPr>
            <p:ph sz="half" idx="26" hasCustomPrompt="1"/>
          </p:nvPr>
        </p:nvSpPr>
        <p:spPr>
          <a:xfrm>
            <a:off x="266400" y="1900800"/>
            <a:ext cx="9360000" cy="217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23" name="Content Placeholder 3"/>
          <p:cNvSpPr>
            <a:spLocks noGrp="1"/>
          </p:cNvSpPr>
          <p:nvPr>
            <p:ph sz="half" idx="53" hasCustomPrompt="1"/>
          </p:nvPr>
        </p:nvSpPr>
        <p:spPr>
          <a:xfrm>
            <a:off x="266400" y="4310016"/>
            <a:ext cx="2232000" cy="212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28" name="Content Placeholder 3"/>
          <p:cNvSpPr>
            <a:spLocks noGrp="1"/>
          </p:cNvSpPr>
          <p:nvPr>
            <p:ph sz="half" idx="54" hasCustomPrompt="1"/>
          </p:nvPr>
        </p:nvSpPr>
        <p:spPr>
          <a:xfrm>
            <a:off x="2649600" y="4310016"/>
            <a:ext cx="2232000" cy="212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33" name="Content Placeholder 3"/>
          <p:cNvSpPr>
            <a:spLocks noGrp="1"/>
          </p:cNvSpPr>
          <p:nvPr>
            <p:ph sz="half" idx="55" hasCustomPrompt="1"/>
          </p:nvPr>
        </p:nvSpPr>
        <p:spPr>
          <a:xfrm>
            <a:off x="5025600" y="4310016"/>
            <a:ext cx="2232000" cy="212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34" name="Content Placeholder 3"/>
          <p:cNvSpPr>
            <a:spLocks noGrp="1"/>
          </p:cNvSpPr>
          <p:nvPr>
            <p:ph sz="half" idx="56" hasCustomPrompt="1"/>
          </p:nvPr>
        </p:nvSpPr>
        <p:spPr>
          <a:xfrm>
            <a:off x="7401600" y="4310016"/>
            <a:ext cx="2232000" cy="212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</p:spPr>
        <p:txBody>
          <a:bodyPr lIns="0" tIns="0" rIns="0" bIns="0"/>
          <a:lstStyle>
            <a:lvl1pPr algn="l" defTabSz="957263" rtl="0" eaLnBrk="1" fontAlgn="base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defRPr lang="en-US" sz="1400" b="1" baseline="0" dirty="0" smtClean="0">
                <a:solidFill>
                  <a:schemeClr val="tx1"/>
                </a:solidFill>
                <a:latin typeface="+mj-lt"/>
                <a:ea typeface="MS PGothic" pitchFamily="34" charset="-128"/>
                <a:cs typeface="Arial Unicode MS" pitchFamily="34" charset="-128"/>
              </a:defRPr>
            </a:lvl1pPr>
          </a:lstStyle>
          <a:p>
            <a:pPr lvl="0" algn="l" defTabSz="957263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CC3300"/>
              </a:buClr>
            </a:pPr>
            <a:r>
              <a:rPr lang="en-US" dirty="0" smtClean="0"/>
              <a:t>Subheading text (optional)</a:t>
            </a:r>
            <a:br>
              <a:rPr lang="en-US" dirty="0" smtClean="0"/>
            </a:br>
            <a:r>
              <a:rPr lang="en-US" dirty="0" smtClean="0"/>
              <a:t>Subheading text (optional)</a:t>
            </a:r>
          </a:p>
        </p:txBody>
      </p:sp>
      <p:sp>
        <p:nvSpPr>
          <p:cNvPr id="18" name="Slide Number Placeholder"/>
          <p:cNvSpPr>
            <a:spLocks noGrp="1"/>
          </p:cNvSpPr>
          <p:nvPr>
            <p:ph type="ftr" sz="quarter" idx="3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</p:spPr>
        <p:txBody>
          <a:bodyPr lIns="0" tIns="0" rIns="18000" bIns="18000" anchor="ctr"/>
          <a:lstStyle>
            <a:lvl1pPr algn="ctr"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96A6800-FFF6-4ED7-8C1A-BE1D2596D2A3}" type="slidenum">
              <a:rPr lang="en-GB" smtClean="0"/>
              <a:pPr algn="r"/>
              <a:t>‹#›</a:t>
            </a:fld>
            <a:endParaRPr lang="en-GB" dirty="0"/>
          </a:p>
        </p:txBody>
      </p:sp>
      <p:sp>
        <p:nvSpPr>
          <p:cNvPr id="35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66400" y="1684068"/>
            <a:ext cx="9360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36" name="Text Placeholder 2"/>
          <p:cNvSpPr>
            <a:spLocks noGrp="1"/>
          </p:cNvSpPr>
          <p:nvPr>
            <p:ph type="body" idx="57" hasCustomPrompt="1"/>
          </p:nvPr>
        </p:nvSpPr>
        <p:spPr>
          <a:xfrm>
            <a:off x="266400" y="4104156"/>
            <a:ext cx="2232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37" name="Text Placeholder 2"/>
          <p:cNvSpPr>
            <a:spLocks noGrp="1"/>
          </p:cNvSpPr>
          <p:nvPr>
            <p:ph type="body" idx="58" hasCustomPrompt="1"/>
          </p:nvPr>
        </p:nvSpPr>
        <p:spPr>
          <a:xfrm>
            <a:off x="2649600" y="4104156"/>
            <a:ext cx="2232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38" name="Text Placeholder 2"/>
          <p:cNvSpPr>
            <a:spLocks noGrp="1"/>
          </p:cNvSpPr>
          <p:nvPr>
            <p:ph type="body" idx="59" hasCustomPrompt="1"/>
          </p:nvPr>
        </p:nvSpPr>
        <p:spPr>
          <a:xfrm>
            <a:off x="5023912" y="4104156"/>
            <a:ext cx="2232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39" name="Text Placeholder 2"/>
          <p:cNvSpPr>
            <a:spLocks noGrp="1"/>
          </p:cNvSpPr>
          <p:nvPr>
            <p:ph type="body" idx="60" hasCustomPrompt="1"/>
          </p:nvPr>
        </p:nvSpPr>
        <p:spPr>
          <a:xfrm>
            <a:off x="7401600" y="4104156"/>
            <a:ext cx="2232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Header Placeholder"/>
          <p:cNvSpPr>
            <a:spLocks noGrp="1"/>
          </p:cNvSpPr>
          <p:nvPr>
            <p:ph type="title" hasCustomPrompt="1"/>
          </p:nvPr>
        </p:nvSpPr>
        <p:spPr>
          <a:xfrm>
            <a:off x="1897200" y="57600"/>
            <a:ext cx="6336000" cy="7200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lang="en-GB" sz="1800" b="1" baseline="0" dirty="0">
                <a:solidFill>
                  <a:schemeClr val="tx1"/>
                </a:solidFill>
                <a:latin typeface="+mj-lt"/>
                <a:ea typeface="MS PGothic" pitchFamily="34" charset="-128"/>
                <a:cs typeface="Arial Unicode MS" pitchFamily="34" charset="-128"/>
              </a:defRPr>
            </a:lvl1pPr>
          </a:lstStyle>
          <a:p>
            <a:r>
              <a:rPr lang="en-GB" dirty="0" smtClean="0"/>
              <a:t>Main text</a:t>
            </a:r>
            <a:endParaRPr lang="en-GB" dirty="0"/>
          </a:p>
        </p:txBody>
      </p:sp>
      <p:sp>
        <p:nvSpPr>
          <p:cNvPr id="26" name="Subheader Placeholder"/>
          <p:cNvSpPr>
            <a:spLocks noGrp="1"/>
          </p:cNvSpPr>
          <p:nvPr>
            <p:ph type="body" sz="quarter" idx="14" hasCustomPrompt="1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</p:spPr>
        <p:txBody>
          <a:bodyPr lIns="0" tIns="0" rIns="0" bIns="0" anchor="b" anchorCtr="0"/>
          <a:lstStyle>
            <a:lvl1pPr marL="228600" indent="-228600"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GB" sz="700" i="1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Arial Unicode MS" pitchFamily="34" charset="-128"/>
              </a:defRPr>
            </a:lvl1pPr>
          </a:lstStyle>
          <a:p>
            <a:pPr marL="228600" lvl="0" indent="-228600" algn="l" defTabSz="957263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lang="en-GB" dirty="0" smtClean="0"/>
              <a:t>Source / Disclaimer / Annotations: </a:t>
            </a:r>
          </a:p>
        </p:txBody>
      </p:sp>
      <p:sp>
        <p:nvSpPr>
          <p:cNvPr id="21" name="Content Placeholder 3"/>
          <p:cNvSpPr>
            <a:spLocks noGrp="1"/>
          </p:cNvSpPr>
          <p:nvPr>
            <p:ph sz="half" idx="26" hasCustomPrompt="1"/>
          </p:nvPr>
        </p:nvSpPr>
        <p:spPr>
          <a:xfrm>
            <a:off x="266400" y="1900800"/>
            <a:ext cx="4608000" cy="4538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</p:spPr>
        <p:txBody>
          <a:bodyPr lIns="0" tIns="0" rIns="0" bIns="0"/>
          <a:lstStyle>
            <a:lvl1pPr algn="l" defTabSz="957263" rtl="0" eaLnBrk="1" fontAlgn="base" hangingPunct="1">
              <a:lnSpc>
                <a:spcPct val="113000"/>
              </a:lnSpc>
              <a:spcBef>
                <a:spcPts val="0"/>
              </a:spcBef>
              <a:spcAft>
                <a:spcPts val="100"/>
              </a:spcAft>
              <a:buClr>
                <a:srgbClr val="CC3300"/>
              </a:buClr>
              <a:defRPr lang="en-US" sz="1400" b="1" baseline="0" dirty="0" smtClean="0">
                <a:solidFill>
                  <a:schemeClr val="tx1"/>
                </a:solidFill>
                <a:latin typeface="+mj-lt"/>
                <a:ea typeface="MS PGothic" pitchFamily="34" charset="-128"/>
                <a:cs typeface="Arial Unicode MS" pitchFamily="34" charset="-128"/>
              </a:defRPr>
            </a:lvl1pPr>
          </a:lstStyle>
          <a:p>
            <a:pPr lvl="0" algn="l" defTabSz="957263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CC3300"/>
              </a:buClr>
            </a:pPr>
            <a:r>
              <a:rPr lang="en-US" dirty="0" smtClean="0"/>
              <a:t>Subheading text (optional)</a:t>
            </a:r>
            <a:br>
              <a:rPr lang="en-US" dirty="0" smtClean="0"/>
            </a:br>
            <a:r>
              <a:rPr lang="en-US" dirty="0" smtClean="0"/>
              <a:t>Subheading text (optional)</a:t>
            </a:r>
          </a:p>
        </p:txBody>
      </p:sp>
      <p:sp>
        <p:nvSpPr>
          <p:cNvPr id="18" name="Slide Number Placeholder"/>
          <p:cNvSpPr>
            <a:spLocks noGrp="1"/>
          </p:cNvSpPr>
          <p:nvPr>
            <p:ph type="ftr" sz="quarter" idx="3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</p:spPr>
        <p:txBody>
          <a:bodyPr lIns="0" tIns="0" rIns="18000" bIns="18000" anchor="ctr"/>
          <a:lstStyle>
            <a:lvl1pPr algn="ctr"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96A6800-FFF6-4ED7-8C1A-BE1D2596D2A3}" type="slidenum">
              <a:rPr lang="en-GB" smtClean="0"/>
              <a:pPr algn="r"/>
              <a:t>‹#›</a:t>
            </a:fld>
            <a:endParaRPr lang="en-GB" dirty="0"/>
          </a:p>
        </p:txBody>
      </p:sp>
      <p:sp>
        <p:nvSpPr>
          <p:cNvPr id="35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66400" y="1684068"/>
            <a:ext cx="4608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17" name="Content Placeholder 3"/>
          <p:cNvSpPr>
            <a:spLocks noGrp="1"/>
          </p:cNvSpPr>
          <p:nvPr>
            <p:ph sz="half" idx="27" hasCustomPrompt="1"/>
          </p:nvPr>
        </p:nvSpPr>
        <p:spPr>
          <a:xfrm>
            <a:off x="5020296" y="1900800"/>
            <a:ext cx="4608000" cy="1312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28" hasCustomPrompt="1"/>
          </p:nvPr>
        </p:nvSpPr>
        <p:spPr>
          <a:xfrm>
            <a:off x="5020296" y="1684068"/>
            <a:ext cx="4608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29" hasCustomPrompt="1"/>
          </p:nvPr>
        </p:nvSpPr>
        <p:spPr>
          <a:xfrm>
            <a:off x="5020296" y="3556984"/>
            <a:ext cx="4608000" cy="1312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22" name="Text Placeholder 2"/>
          <p:cNvSpPr>
            <a:spLocks noGrp="1"/>
          </p:cNvSpPr>
          <p:nvPr>
            <p:ph type="body" idx="30" hasCustomPrompt="1"/>
          </p:nvPr>
        </p:nvSpPr>
        <p:spPr>
          <a:xfrm>
            <a:off x="5020296" y="3340252"/>
            <a:ext cx="4608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24" name="Content Placeholder 3"/>
          <p:cNvSpPr>
            <a:spLocks noGrp="1"/>
          </p:cNvSpPr>
          <p:nvPr>
            <p:ph sz="half" idx="31" hasCustomPrompt="1"/>
          </p:nvPr>
        </p:nvSpPr>
        <p:spPr>
          <a:xfrm>
            <a:off x="5020296" y="5213168"/>
            <a:ext cx="4608000" cy="1225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27" name="Text Placeholder 2"/>
          <p:cNvSpPr>
            <a:spLocks noGrp="1"/>
          </p:cNvSpPr>
          <p:nvPr>
            <p:ph type="body" idx="32" hasCustomPrompt="1"/>
          </p:nvPr>
        </p:nvSpPr>
        <p:spPr>
          <a:xfrm>
            <a:off x="5020296" y="4996436"/>
            <a:ext cx="4608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Header Placeholder"/>
          <p:cNvSpPr>
            <a:spLocks noGrp="1"/>
          </p:cNvSpPr>
          <p:nvPr>
            <p:ph type="title" hasCustomPrompt="1"/>
          </p:nvPr>
        </p:nvSpPr>
        <p:spPr>
          <a:xfrm>
            <a:off x="1897200" y="57600"/>
            <a:ext cx="6336000" cy="7200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lang="en-GB" sz="1800" b="1" baseline="0" dirty="0">
                <a:solidFill>
                  <a:schemeClr val="tx1"/>
                </a:solidFill>
                <a:latin typeface="+mj-lt"/>
                <a:ea typeface="MS PGothic" pitchFamily="34" charset="-128"/>
                <a:cs typeface="Arial Unicode MS" pitchFamily="34" charset="-128"/>
              </a:defRPr>
            </a:lvl1pPr>
          </a:lstStyle>
          <a:p>
            <a:r>
              <a:rPr lang="en-GB" dirty="0" smtClean="0"/>
              <a:t>Main text</a:t>
            </a:r>
            <a:endParaRPr lang="en-GB" dirty="0"/>
          </a:p>
        </p:txBody>
      </p:sp>
      <p:sp>
        <p:nvSpPr>
          <p:cNvPr id="26" name="Subheader Placeholder"/>
          <p:cNvSpPr>
            <a:spLocks noGrp="1"/>
          </p:cNvSpPr>
          <p:nvPr>
            <p:ph type="body" sz="quarter" idx="14" hasCustomPrompt="1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</p:spPr>
        <p:txBody>
          <a:bodyPr lIns="0" tIns="0" rIns="0" bIns="0" anchor="b" anchorCtr="0"/>
          <a:lstStyle>
            <a:lvl1pPr marL="228600" indent="-228600"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GB" sz="700" i="1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Arial Unicode MS" pitchFamily="34" charset="-128"/>
              </a:defRPr>
            </a:lvl1pPr>
          </a:lstStyle>
          <a:p>
            <a:pPr marL="228600" lvl="0" indent="-228600" algn="l" defTabSz="957263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lang="en-GB" dirty="0" smtClean="0"/>
              <a:t>Source / Disclaimer / Annotations: </a:t>
            </a:r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</p:spPr>
        <p:txBody>
          <a:bodyPr lIns="0" tIns="0" rIns="0" bIns="0"/>
          <a:lstStyle>
            <a:lvl1pPr algn="l" defTabSz="957263" rtl="0" eaLnBrk="1" fontAlgn="base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defRPr lang="en-US" sz="1400" b="1" baseline="0" dirty="0" smtClean="0">
                <a:solidFill>
                  <a:schemeClr val="tx1"/>
                </a:solidFill>
                <a:latin typeface="+mj-lt"/>
                <a:ea typeface="MS PGothic" pitchFamily="34" charset="-128"/>
                <a:cs typeface="Arial Unicode MS" pitchFamily="34" charset="-128"/>
              </a:defRPr>
            </a:lvl1pPr>
          </a:lstStyle>
          <a:p>
            <a:pPr lvl="0" algn="l" defTabSz="957263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CC3300"/>
              </a:buClr>
            </a:pPr>
            <a:r>
              <a:rPr lang="en-US" dirty="0" smtClean="0"/>
              <a:t>Subheading text (optional)</a:t>
            </a:r>
            <a:br>
              <a:rPr lang="en-US" dirty="0" smtClean="0"/>
            </a:br>
            <a:r>
              <a:rPr lang="en-US" dirty="0" smtClean="0"/>
              <a:t>Subheading text (optional)</a:t>
            </a:r>
          </a:p>
        </p:txBody>
      </p:sp>
      <p:sp>
        <p:nvSpPr>
          <p:cNvPr id="18" name="Slide Number Placeholder"/>
          <p:cNvSpPr>
            <a:spLocks noGrp="1"/>
          </p:cNvSpPr>
          <p:nvPr>
            <p:ph type="ftr" sz="quarter" idx="3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</p:spPr>
        <p:txBody>
          <a:bodyPr lIns="0" tIns="0" rIns="18000" bIns="18000" anchor="ctr"/>
          <a:lstStyle>
            <a:lvl1pPr algn="ctr"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96A6800-FFF6-4ED7-8C1A-BE1D2596D2A3}" type="slidenum">
              <a:rPr lang="en-GB" smtClean="0"/>
              <a:pPr algn="r"/>
              <a:t>‹#›</a:t>
            </a:fld>
            <a:endParaRPr lang="en-GB" dirty="0"/>
          </a:p>
        </p:txBody>
      </p:sp>
      <p:sp>
        <p:nvSpPr>
          <p:cNvPr id="17" name="Content Placeholder 3"/>
          <p:cNvSpPr>
            <a:spLocks noGrp="1"/>
          </p:cNvSpPr>
          <p:nvPr>
            <p:ph sz="half" idx="27" hasCustomPrompt="1"/>
          </p:nvPr>
        </p:nvSpPr>
        <p:spPr>
          <a:xfrm>
            <a:off x="266400" y="1900800"/>
            <a:ext cx="4608000" cy="1312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28" hasCustomPrompt="1"/>
          </p:nvPr>
        </p:nvSpPr>
        <p:spPr>
          <a:xfrm>
            <a:off x="266400" y="1684068"/>
            <a:ext cx="4608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29" hasCustomPrompt="1"/>
          </p:nvPr>
        </p:nvSpPr>
        <p:spPr>
          <a:xfrm>
            <a:off x="266400" y="3556984"/>
            <a:ext cx="4608000" cy="1312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22" name="Text Placeholder 2"/>
          <p:cNvSpPr>
            <a:spLocks noGrp="1"/>
          </p:cNvSpPr>
          <p:nvPr>
            <p:ph type="body" idx="30" hasCustomPrompt="1"/>
          </p:nvPr>
        </p:nvSpPr>
        <p:spPr>
          <a:xfrm>
            <a:off x="266400" y="3340252"/>
            <a:ext cx="4608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24" name="Content Placeholder 3"/>
          <p:cNvSpPr>
            <a:spLocks noGrp="1"/>
          </p:cNvSpPr>
          <p:nvPr>
            <p:ph sz="half" idx="31" hasCustomPrompt="1"/>
          </p:nvPr>
        </p:nvSpPr>
        <p:spPr>
          <a:xfrm>
            <a:off x="266400" y="5213168"/>
            <a:ext cx="4608000" cy="1225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27" name="Text Placeholder 2"/>
          <p:cNvSpPr>
            <a:spLocks noGrp="1"/>
          </p:cNvSpPr>
          <p:nvPr>
            <p:ph type="body" idx="32" hasCustomPrompt="1"/>
          </p:nvPr>
        </p:nvSpPr>
        <p:spPr>
          <a:xfrm>
            <a:off x="266400" y="4996436"/>
            <a:ext cx="4608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half" idx="26" hasCustomPrompt="1"/>
          </p:nvPr>
        </p:nvSpPr>
        <p:spPr>
          <a:xfrm>
            <a:off x="5025008" y="1900800"/>
            <a:ext cx="4608000" cy="4538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025008" y="1684068"/>
            <a:ext cx="4608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Header Placeholder"/>
          <p:cNvSpPr>
            <a:spLocks noGrp="1"/>
          </p:cNvSpPr>
          <p:nvPr>
            <p:ph type="title" hasCustomPrompt="1"/>
          </p:nvPr>
        </p:nvSpPr>
        <p:spPr>
          <a:xfrm>
            <a:off x="1897200" y="57600"/>
            <a:ext cx="6336000" cy="7200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lang="en-GB" sz="1800" b="1" baseline="0" dirty="0">
                <a:solidFill>
                  <a:schemeClr val="tx1"/>
                </a:solidFill>
                <a:latin typeface="+mj-lt"/>
                <a:ea typeface="MS PGothic" pitchFamily="34" charset="-128"/>
                <a:cs typeface="Arial Unicode MS" pitchFamily="34" charset="-128"/>
              </a:defRPr>
            </a:lvl1pPr>
          </a:lstStyle>
          <a:p>
            <a:r>
              <a:rPr lang="en-GB" dirty="0" smtClean="0"/>
              <a:t>Main text</a:t>
            </a:r>
            <a:endParaRPr lang="en-GB" dirty="0"/>
          </a:p>
        </p:txBody>
      </p:sp>
      <p:sp>
        <p:nvSpPr>
          <p:cNvPr id="25" name="Subheader Placeholder"/>
          <p:cNvSpPr>
            <a:spLocks noGrp="1"/>
          </p:cNvSpPr>
          <p:nvPr>
            <p:ph type="body" sz="quarter" idx="14" hasCustomPrompt="1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</p:spPr>
        <p:txBody>
          <a:bodyPr lIns="0" tIns="0" rIns="0" bIns="0" anchor="b" anchorCtr="0"/>
          <a:lstStyle>
            <a:lvl1pPr marL="228600" indent="-228600"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GB" sz="700" i="1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Arial Unicode MS" pitchFamily="34" charset="-128"/>
              </a:defRPr>
            </a:lvl1pPr>
          </a:lstStyle>
          <a:p>
            <a:pPr marL="228600" lvl="0" indent="-228600" algn="l" defTabSz="957263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lang="en-GB" dirty="0" smtClean="0"/>
              <a:t>Source / Disclaimer / Annotations: </a:t>
            </a:r>
          </a:p>
        </p:txBody>
      </p:sp>
      <p:sp>
        <p:nvSpPr>
          <p:cNvPr id="29" name="Content Placeholder 3"/>
          <p:cNvSpPr>
            <a:spLocks noGrp="1"/>
          </p:cNvSpPr>
          <p:nvPr>
            <p:ph sz="half" idx="36" hasCustomPrompt="1"/>
          </p:nvPr>
        </p:nvSpPr>
        <p:spPr>
          <a:xfrm>
            <a:off x="266400" y="1900799"/>
            <a:ext cx="9360000" cy="217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41" name="Content Placeholder 3"/>
          <p:cNvSpPr>
            <a:spLocks noGrp="1"/>
          </p:cNvSpPr>
          <p:nvPr>
            <p:ph sz="half" idx="39" hasCustomPrompt="1"/>
          </p:nvPr>
        </p:nvSpPr>
        <p:spPr>
          <a:xfrm>
            <a:off x="266400" y="4324854"/>
            <a:ext cx="3023057" cy="2114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42" name="Content Placeholder 3"/>
          <p:cNvSpPr>
            <a:spLocks noGrp="1"/>
          </p:cNvSpPr>
          <p:nvPr>
            <p:ph sz="half" idx="40" hasCustomPrompt="1"/>
          </p:nvPr>
        </p:nvSpPr>
        <p:spPr>
          <a:xfrm>
            <a:off x="6609600" y="4324854"/>
            <a:ext cx="3023057" cy="2114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43" name="Content Placeholder 3"/>
          <p:cNvSpPr>
            <a:spLocks noGrp="1"/>
          </p:cNvSpPr>
          <p:nvPr>
            <p:ph sz="half" idx="41" hasCustomPrompt="1"/>
          </p:nvPr>
        </p:nvSpPr>
        <p:spPr>
          <a:xfrm>
            <a:off x="3439800" y="4324854"/>
            <a:ext cx="3023057" cy="2114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400" b="1" baseline="0">
                <a:latin typeface="+mj-lt"/>
                <a:ea typeface="MS PGothic" pitchFamily="34" charset="-128"/>
              </a:defRPr>
            </a:lvl1pPr>
          </a:lstStyle>
          <a:p>
            <a:pPr lvl="0"/>
            <a:r>
              <a:rPr lang="en-US" dirty="0" smtClean="0"/>
              <a:t>Subheading text (optional)</a:t>
            </a:r>
            <a:br>
              <a:rPr lang="en-US" dirty="0" smtClean="0"/>
            </a:br>
            <a:r>
              <a:rPr lang="en-US" dirty="0" smtClean="0"/>
              <a:t>Subheading text (optional)</a:t>
            </a:r>
          </a:p>
        </p:txBody>
      </p:sp>
      <p:sp>
        <p:nvSpPr>
          <p:cNvPr id="21" name="Slide Number Placeholder"/>
          <p:cNvSpPr>
            <a:spLocks noGrp="1"/>
          </p:cNvSpPr>
          <p:nvPr>
            <p:ph type="ftr" sz="quarter" idx="3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</p:spPr>
        <p:txBody>
          <a:bodyPr lIns="0" tIns="0" rIns="18000" bIns="18000" anchor="ctr"/>
          <a:lstStyle>
            <a:lvl1pPr algn="ctr"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96A6800-FFF6-4ED7-8C1A-BE1D2596D2A3}" type="slidenum">
              <a:rPr lang="en-GB" smtClean="0"/>
              <a:pPr algn="r"/>
              <a:t>‹#›</a:t>
            </a:fld>
            <a:endParaRPr lang="en-GB" dirty="0"/>
          </a:p>
        </p:txBody>
      </p:sp>
      <p:sp>
        <p:nvSpPr>
          <p:cNvPr id="36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66400" y="1684068"/>
            <a:ext cx="9360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40" name="Text Placeholder 2"/>
          <p:cNvSpPr>
            <a:spLocks noGrp="1"/>
          </p:cNvSpPr>
          <p:nvPr>
            <p:ph type="body" idx="44" hasCustomPrompt="1"/>
          </p:nvPr>
        </p:nvSpPr>
        <p:spPr>
          <a:xfrm>
            <a:off x="266400" y="4116348"/>
            <a:ext cx="3023057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44" name="Text Placeholder 2"/>
          <p:cNvSpPr>
            <a:spLocks noGrp="1"/>
          </p:cNvSpPr>
          <p:nvPr>
            <p:ph type="body" idx="45" hasCustomPrompt="1"/>
          </p:nvPr>
        </p:nvSpPr>
        <p:spPr>
          <a:xfrm>
            <a:off x="3440856" y="4116348"/>
            <a:ext cx="3023057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45" name="Text Placeholder 2"/>
          <p:cNvSpPr>
            <a:spLocks noGrp="1"/>
          </p:cNvSpPr>
          <p:nvPr>
            <p:ph type="body" idx="46" hasCustomPrompt="1"/>
          </p:nvPr>
        </p:nvSpPr>
        <p:spPr>
          <a:xfrm>
            <a:off x="6609600" y="4116348"/>
            <a:ext cx="3023057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Header Placeholder"/>
          <p:cNvSpPr>
            <a:spLocks noGrp="1"/>
          </p:cNvSpPr>
          <p:nvPr>
            <p:ph type="title" hasCustomPrompt="1"/>
          </p:nvPr>
        </p:nvSpPr>
        <p:spPr>
          <a:xfrm>
            <a:off x="1897200" y="57600"/>
            <a:ext cx="6336000" cy="7200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lang="en-GB" sz="1800" b="1" baseline="0" dirty="0">
                <a:solidFill>
                  <a:schemeClr val="tx1"/>
                </a:solidFill>
                <a:latin typeface="+mj-lt"/>
                <a:ea typeface="MS PGothic" pitchFamily="34" charset="-128"/>
                <a:cs typeface="Arial Unicode MS" pitchFamily="34" charset="-128"/>
              </a:defRPr>
            </a:lvl1pPr>
          </a:lstStyle>
          <a:p>
            <a:r>
              <a:rPr lang="en-GB" dirty="0" smtClean="0"/>
              <a:t>Main text</a:t>
            </a:r>
            <a:endParaRPr lang="en-GB" dirty="0"/>
          </a:p>
        </p:txBody>
      </p:sp>
      <p:sp>
        <p:nvSpPr>
          <p:cNvPr id="25" name="Subheader Placeholder"/>
          <p:cNvSpPr>
            <a:spLocks noGrp="1"/>
          </p:cNvSpPr>
          <p:nvPr>
            <p:ph type="body" sz="quarter" idx="14" hasCustomPrompt="1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</p:spPr>
        <p:txBody>
          <a:bodyPr lIns="0" tIns="0" rIns="0" bIns="0" anchor="b" anchorCtr="0"/>
          <a:lstStyle>
            <a:lvl1pPr marL="228600" indent="-228600"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GB" sz="700" i="1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Arial Unicode MS" pitchFamily="34" charset="-128"/>
              </a:defRPr>
            </a:lvl1pPr>
          </a:lstStyle>
          <a:p>
            <a:pPr marL="228600" lvl="0" indent="-228600" algn="l" defTabSz="957263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lang="en-GB" dirty="0" smtClean="0"/>
              <a:t>Source / Disclaimer / Annotations: </a:t>
            </a:r>
          </a:p>
        </p:txBody>
      </p:sp>
      <p:sp>
        <p:nvSpPr>
          <p:cNvPr id="41" name="Content Placeholder 3"/>
          <p:cNvSpPr>
            <a:spLocks noGrp="1"/>
          </p:cNvSpPr>
          <p:nvPr>
            <p:ph sz="half" idx="39" hasCustomPrompt="1"/>
          </p:nvPr>
        </p:nvSpPr>
        <p:spPr>
          <a:xfrm>
            <a:off x="266400" y="1899072"/>
            <a:ext cx="3024000" cy="217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42" name="Content Placeholder 3"/>
          <p:cNvSpPr>
            <a:spLocks noGrp="1"/>
          </p:cNvSpPr>
          <p:nvPr>
            <p:ph sz="half" idx="40" hasCustomPrompt="1"/>
          </p:nvPr>
        </p:nvSpPr>
        <p:spPr>
          <a:xfrm>
            <a:off x="6609600" y="1899072"/>
            <a:ext cx="3024000" cy="217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43" name="Content Placeholder 3"/>
          <p:cNvSpPr>
            <a:spLocks noGrp="1"/>
          </p:cNvSpPr>
          <p:nvPr>
            <p:ph sz="half" idx="41" hasCustomPrompt="1"/>
          </p:nvPr>
        </p:nvSpPr>
        <p:spPr>
          <a:xfrm>
            <a:off x="3439800" y="1899072"/>
            <a:ext cx="3024000" cy="217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400" b="1" baseline="0">
                <a:latin typeface="+mj-lt"/>
                <a:ea typeface="MS PGothic" pitchFamily="34" charset="-128"/>
              </a:defRPr>
            </a:lvl1pPr>
          </a:lstStyle>
          <a:p>
            <a:pPr lvl="0"/>
            <a:r>
              <a:rPr lang="en-US" dirty="0" smtClean="0"/>
              <a:t>Subheading text (optional)</a:t>
            </a:r>
            <a:br>
              <a:rPr lang="en-US" dirty="0" smtClean="0"/>
            </a:br>
            <a:r>
              <a:rPr lang="en-US" dirty="0" smtClean="0"/>
              <a:t>Subheading text (optional)</a:t>
            </a:r>
          </a:p>
        </p:txBody>
      </p:sp>
      <p:sp>
        <p:nvSpPr>
          <p:cNvPr id="21" name="Slide Number Placeholder"/>
          <p:cNvSpPr>
            <a:spLocks noGrp="1"/>
          </p:cNvSpPr>
          <p:nvPr>
            <p:ph type="ftr" sz="quarter" idx="3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</p:spPr>
        <p:txBody>
          <a:bodyPr lIns="0" tIns="0" rIns="18000" bIns="18000" anchor="ctr"/>
          <a:lstStyle>
            <a:lvl1pPr algn="ctr"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96A6800-FFF6-4ED7-8C1A-BE1D2596D2A3}" type="slidenum">
              <a:rPr lang="en-GB" smtClean="0"/>
              <a:pPr algn="r"/>
              <a:t>‹#›</a:t>
            </a:fld>
            <a:endParaRPr lang="en-GB" dirty="0"/>
          </a:p>
        </p:txBody>
      </p:sp>
      <p:sp>
        <p:nvSpPr>
          <p:cNvPr id="40" name="Text Placeholder 2"/>
          <p:cNvSpPr>
            <a:spLocks noGrp="1"/>
          </p:cNvSpPr>
          <p:nvPr>
            <p:ph type="body" idx="44" hasCustomPrompt="1"/>
          </p:nvPr>
        </p:nvSpPr>
        <p:spPr>
          <a:xfrm>
            <a:off x="266400" y="1684800"/>
            <a:ext cx="3024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44" name="Text Placeholder 2"/>
          <p:cNvSpPr>
            <a:spLocks noGrp="1"/>
          </p:cNvSpPr>
          <p:nvPr>
            <p:ph type="body" idx="45" hasCustomPrompt="1"/>
          </p:nvPr>
        </p:nvSpPr>
        <p:spPr>
          <a:xfrm>
            <a:off x="3440856" y="1684800"/>
            <a:ext cx="3024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45" name="Text Placeholder 2"/>
          <p:cNvSpPr>
            <a:spLocks noGrp="1"/>
          </p:cNvSpPr>
          <p:nvPr>
            <p:ph type="body" idx="46" hasCustomPrompt="1"/>
          </p:nvPr>
        </p:nvSpPr>
        <p:spPr>
          <a:xfrm>
            <a:off x="6609600" y="1684800"/>
            <a:ext cx="3024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half" idx="36" hasCustomPrompt="1"/>
          </p:nvPr>
        </p:nvSpPr>
        <p:spPr>
          <a:xfrm>
            <a:off x="266400" y="4351553"/>
            <a:ext cx="9360000" cy="20873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66400" y="4134822"/>
            <a:ext cx="9360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ontent Placeholder 3"/>
          <p:cNvSpPr>
            <a:spLocks noGrp="1"/>
          </p:cNvSpPr>
          <p:nvPr>
            <p:ph sz="half" idx="34" hasCustomPrompt="1"/>
          </p:nvPr>
        </p:nvSpPr>
        <p:spPr>
          <a:xfrm>
            <a:off x="266400" y="4624482"/>
            <a:ext cx="4608000" cy="1814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24" name="Content Placeholder 3"/>
          <p:cNvSpPr>
            <a:spLocks noGrp="1"/>
          </p:cNvSpPr>
          <p:nvPr>
            <p:ph sz="half" idx="35" hasCustomPrompt="1"/>
          </p:nvPr>
        </p:nvSpPr>
        <p:spPr>
          <a:xfrm>
            <a:off x="5016751" y="4624482"/>
            <a:ext cx="4608000" cy="1814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half" idx="26" hasCustomPrompt="1"/>
          </p:nvPr>
        </p:nvSpPr>
        <p:spPr>
          <a:xfrm>
            <a:off x="266400" y="2204864"/>
            <a:ext cx="4608000" cy="17442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22" name="Content Placeholder 3"/>
          <p:cNvSpPr>
            <a:spLocks noGrp="1"/>
          </p:cNvSpPr>
          <p:nvPr>
            <p:ph sz="half" idx="33" hasCustomPrompt="1"/>
          </p:nvPr>
        </p:nvSpPr>
        <p:spPr>
          <a:xfrm>
            <a:off x="5016751" y="2204864"/>
            <a:ext cx="4608000" cy="17442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18" name="Slide Header Placeholder"/>
          <p:cNvSpPr>
            <a:spLocks noGrp="1"/>
          </p:cNvSpPr>
          <p:nvPr>
            <p:ph type="title" hasCustomPrompt="1"/>
          </p:nvPr>
        </p:nvSpPr>
        <p:spPr>
          <a:xfrm>
            <a:off x="1897200" y="57600"/>
            <a:ext cx="6336000" cy="7200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lang="en-GB" sz="1800" b="1" baseline="0" dirty="0">
                <a:solidFill>
                  <a:schemeClr val="tx1"/>
                </a:solidFill>
                <a:latin typeface="+mj-lt"/>
                <a:ea typeface="MS PGothic" pitchFamily="34" charset="-128"/>
                <a:cs typeface="Arial Unicode MS" pitchFamily="34" charset="-128"/>
              </a:defRPr>
            </a:lvl1pPr>
          </a:lstStyle>
          <a:p>
            <a:r>
              <a:rPr lang="en-GB" dirty="0" smtClean="0"/>
              <a:t>Main text</a:t>
            </a:r>
            <a:endParaRPr lang="en-GB" dirty="0"/>
          </a:p>
        </p:txBody>
      </p:sp>
      <p:sp>
        <p:nvSpPr>
          <p:cNvPr id="21" name="Subheader Placeholder"/>
          <p:cNvSpPr>
            <a:spLocks noGrp="1"/>
          </p:cNvSpPr>
          <p:nvPr>
            <p:ph type="body" sz="quarter" idx="14" hasCustomPrompt="1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</p:spPr>
        <p:txBody>
          <a:bodyPr lIns="0" tIns="0" rIns="0" bIns="0" anchor="b" anchorCtr="0"/>
          <a:lstStyle>
            <a:lvl1pPr marL="228600" indent="-228600"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GB" sz="700" i="1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Arial Unicode MS" pitchFamily="34" charset="-128"/>
              </a:defRPr>
            </a:lvl1pPr>
          </a:lstStyle>
          <a:p>
            <a:pPr marL="228600" lvl="0" indent="-228600" algn="l" defTabSz="957263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lang="en-GB" dirty="0" smtClean="0"/>
              <a:t>Source / Disclaimer / Annotations: 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400" b="1" baseline="0">
                <a:latin typeface="+mj-lt"/>
                <a:ea typeface="MS PGothic" pitchFamily="34" charset="-128"/>
              </a:defRPr>
            </a:lvl1pPr>
          </a:lstStyle>
          <a:p>
            <a:pPr lvl="0"/>
            <a:r>
              <a:rPr lang="en-US" dirty="0" smtClean="0"/>
              <a:t>Subheading text (optional)</a:t>
            </a:r>
            <a:br>
              <a:rPr lang="en-US" dirty="0" smtClean="0"/>
            </a:br>
            <a:r>
              <a:rPr lang="en-US" dirty="0" smtClean="0"/>
              <a:t>Subheading text (optional)</a:t>
            </a:r>
          </a:p>
        </p:txBody>
      </p:sp>
      <p:sp>
        <p:nvSpPr>
          <p:cNvPr id="15" name="Slide Number Placeholder"/>
          <p:cNvSpPr>
            <a:spLocks noGrp="1"/>
          </p:cNvSpPr>
          <p:nvPr>
            <p:ph type="ftr" sz="quarter" idx="3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</p:spPr>
        <p:txBody>
          <a:bodyPr lIns="0" tIns="0" rIns="18000" bIns="18000" anchor="ctr"/>
          <a:lstStyle>
            <a:lvl1pPr algn="ctr"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96A6800-FFF6-4ED7-8C1A-BE1D2596D2A3}" type="slidenum">
              <a:rPr lang="en-GB" smtClean="0"/>
              <a:pPr algn="r"/>
              <a:t>‹#›</a:t>
            </a:fld>
            <a:endParaRPr lang="en-GB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66400" y="1684068"/>
            <a:ext cx="9360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idx="28" hasCustomPrompt="1"/>
          </p:nvPr>
        </p:nvSpPr>
        <p:spPr>
          <a:xfrm>
            <a:off x="266400" y="4091964"/>
            <a:ext cx="9360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29" hasCustomPrompt="1"/>
          </p:nvPr>
        </p:nvSpPr>
        <p:spPr>
          <a:xfrm>
            <a:off x="266400" y="1988864"/>
            <a:ext cx="4608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2700">
            <a:solidFill>
              <a:schemeClr val="accent2"/>
            </a:solidFill>
            <a:headEnd/>
            <a:tailEnd/>
          </a:ln>
        </p:spPr>
        <p:txBody>
          <a:bodyPr lIns="0" tIns="0" rIns="0" bIns="0" anchor="b" anchorCtr="1"/>
          <a:lstStyle>
            <a:lvl1pPr marL="0" indent="0" algn="ctr" defTabSz="815780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000" b="1" kern="1200" baseline="0" dirty="0" smtClean="0">
                <a:ln>
                  <a:noFill/>
                </a:ln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30" hasCustomPrompt="1"/>
          </p:nvPr>
        </p:nvSpPr>
        <p:spPr>
          <a:xfrm>
            <a:off x="5018400" y="1988864"/>
            <a:ext cx="4608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2700">
            <a:solidFill>
              <a:schemeClr val="accent2"/>
            </a:solidFill>
            <a:headEnd/>
            <a:tailEnd/>
          </a:ln>
        </p:spPr>
        <p:txBody>
          <a:bodyPr lIns="0" tIns="0" rIns="0" bIns="0" anchor="b" anchorCtr="1"/>
          <a:lstStyle>
            <a:lvl1pPr marL="0" indent="0" algn="ctr" defTabSz="815780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000" b="1" kern="1200" baseline="0" dirty="0" smtClean="0">
                <a:ln>
                  <a:noFill/>
                </a:ln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17" name="Text Placeholder 2"/>
          <p:cNvSpPr>
            <a:spLocks noGrp="1"/>
          </p:cNvSpPr>
          <p:nvPr>
            <p:ph type="body" idx="31" hasCustomPrompt="1"/>
          </p:nvPr>
        </p:nvSpPr>
        <p:spPr>
          <a:xfrm>
            <a:off x="266400" y="4406522"/>
            <a:ext cx="4608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2700">
            <a:solidFill>
              <a:schemeClr val="accent2"/>
            </a:solidFill>
            <a:headEnd/>
            <a:tailEnd/>
          </a:ln>
        </p:spPr>
        <p:txBody>
          <a:bodyPr lIns="0" tIns="0" rIns="0" bIns="0" anchor="b" anchorCtr="1"/>
          <a:lstStyle>
            <a:lvl1pPr marL="0" indent="0" algn="ctr" defTabSz="815780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000" b="1" kern="1200" baseline="0" dirty="0" smtClean="0">
                <a:ln>
                  <a:noFill/>
                </a:ln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32" hasCustomPrompt="1"/>
          </p:nvPr>
        </p:nvSpPr>
        <p:spPr>
          <a:xfrm>
            <a:off x="5018400" y="4406522"/>
            <a:ext cx="4608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2700">
            <a:solidFill>
              <a:schemeClr val="accent2"/>
            </a:solidFill>
            <a:headEnd/>
            <a:tailEnd/>
          </a:ln>
        </p:spPr>
        <p:txBody>
          <a:bodyPr lIns="0" tIns="0" rIns="0" bIns="0" anchor="b" anchorCtr="1"/>
          <a:lstStyle>
            <a:lvl1pPr marL="0" indent="0" algn="ctr" defTabSz="815780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  <a:defRPr lang="en-US" sz="1000" b="1" kern="1200" baseline="0" dirty="0" smtClean="0">
                <a:ln>
                  <a:noFill/>
                </a:ln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Header Placeholder"/>
          <p:cNvSpPr>
            <a:spLocks noGrp="1"/>
          </p:cNvSpPr>
          <p:nvPr>
            <p:ph type="title" hasCustomPrompt="1"/>
          </p:nvPr>
        </p:nvSpPr>
        <p:spPr>
          <a:xfrm>
            <a:off x="1897200" y="57600"/>
            <a:ext cx="6336000" cy="7200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lang="en-GB" sz="1800" b="1" baseline="0" dirty="0">
                <a:solidFill>
                  <a:schemeClr val="tx1"/>
                </a:solidFill>
                <a:latin typeface="+mj-lt"/>
                <a:ea typeface="MS PGothic" pitchFamily="34" charset="-128"/>
                <a:cs typeface="Arial Unicode MS" pitchFamily="34" charset="-128"/>
              </a:defRPr>
            </a:lvl1pPr>
          </a:lstStyle>
          <a:p>
            <a:r>
              <a:rPr lang="en-GB" dirty="0" smtClean="0"/>
              <a:t>Main text</a:t>
            </a:r>
            <a:endParaRPr lang="en-GB" dirty="0"/>
          </a:p>
        </p:txBody>
      </p:sp>
      <p:sp>
        <p:nvSpPr>
          <p:cNvPr id="25" name="Subheader Placeholder"/>
          <p:cNvSpPr>
            <a:spLocks noGrp="1"/>
          </p:cNvSpPr>
          <p:nvPr>
            <p:ph type="body" sz="quarter" idx="14" hasCustomPrompt="1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</p:spPr>
        <p:txBody>
          <a:bodyPr lIns="0" tIns="0" rIns="0" bIns="0" anchor="b" anchorCtr="0"/>
          <a:lstStyle>
            <a:lvl1pPr marL="228600" indent="-228600"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GB" sz="700" i="1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Arial Unicode MS" pitchFamily="34" charset="-128"/>
              </a:defRPr>
            </a:lvl1pPr>
          </a:lstStyle>
          <a:p>
            <a:pPr marL="228600" lvl="0" indent="-228600" algn="l" defTabSz="957263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lang="en-GB" dirty="0" smtClean="0"/>
              <a:t>Source / Disclaimer / Annotations: </a:t>
            </a:r>
          </a:p>
        </p:txBody>
      </p:sp>
      <p:sp>
        <p:nvSpPr>
          <p:cNvPr id="41" name="Content Placeholder 3"/>
          <p:cNvSpPr>
            <a:spLocks noGrp="1"/>
          </p:cNvSpPr>
          <p:nvPr>
            <p:ph sz="half" idx="39" hasCustomPrompt="1"/>
          </p:nvPr>
        </p:nvSpPr>
        <p:spPr>
          <a:xfrm>
            <a:off x="266400" y="2187104"/>
            <a:ext cx="3024000" cy="1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42" name="Content Placeholder 3"/>
          <p:cNvSpPr>
            <a:spLocks noGrp="1"/>
          </p:cNvSpPr>
          <p:nvPr>
            <p:ph sz="half" idx="40" hasCustomPrompt="1"/>
          </p:nvPr>
        </p:nvSpPr>
        <p:spPr>
          <a:xfrm>
            <a:off x="6609600" y="2187104"/>
            <a:ext cx="3024000" cy="1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43" name="Content Placeholder 3"/>
          <p:cNvSpPr>
            <a:spLocks noGrp="1"/>
          </p:cNvSpPr>
          <p:nvPr>
            <p:ph sz="half" idx="41" hasCustomPrompt="1"/>
          </p:nvPr>
        </p:nvSpPr>
        <p:spPr>
          <a:xfrm>
            <a:off x="3439800" y="2187104"/>
            <a:ext cx="3024000" cy="1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defRPr sz="1400" b="1" baseline="0">
                <a:latin typeface="+mj-lt"/>
                <a:ea typeface="MS PGothic" pitchFamily="34" charset="-128"/>
              </a:defRPr>
            </a:lvl1pPr>
          </a:lstStyle>
          <a:p>
            <a:pPr lvl="0"/>
            <a:r>
              <a:rPr lang="en-US" dirty="0" smtClean="0"/>
              <a:t>Subheading text (optional)</a:t>
            </a:r>
            <a:br>
              <a:rPr lang="en-US" dirty="0" smtClean="0"/>
            </a:br>
            <a:r>
              <a:rPr lang="en-US" dirty="0" smtClean="0"/>
              <a:t>Subheading text (optional)</a:t>
            </a:r>
          </a:p>
        </p:txBody>
      </p:sp>
      <p:sp>
        <p:nvSpPr>
          <p:cNvPr id="21" name="Slide Number Placeholder"/>
          <p:cNvSpPr>
            <a:spLocks noGrp="1"/>
          </p:cNvSpPr>
          <p:nvPr>
            <p:ph type="ftr" sz="quarter" idx="3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</p:spPr>
        <p:txBody>
          <a:bodyPr lIns="0" tIns="0" rIns="18000" bIns="18000" anchor="ctr"/>
          <a:lstStyle>
            <a:lvl1pPr algn="ctr"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96A6800-FFF6-4ED7-8C1A-BE1D2596D2A3}" type="slidenum">
              <a:rPr lang="en-GB" smtClean="0"/>
              <a:pPr algn="r"/>
              <a:t>‹#›</a:t>
            </a:fld>
            <a:endParaRPr lang="en-GB" dirty="0"/>
          </a:p>
        </p:txBody>
      </p:sp>
      <p:sp>
        <p:nvSpPr>
          <p:cNvPr id="36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66400" y="1684068"/>
            <a:ext cx="9360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40" name="Text Placeholder 2"/>
          <p:cNvSpPr>
            <a:spLocks noGrp="1"/>
          </p:cNvSpPr>
          <p:nvPr>
            <p:ph type="body" idx="44" hasCustomPrompt="1"/>
          </p:nvPr>
        </p:nvSpPr>
        <p:spPr>
          <a:xfrm>
            <a:off x="266400" y="1978598"/>
            <a:ext cx="3024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2700">
            <a:solidFill>
              <a:schemeClr val="accent2"/>
            </a:solidFill>
            <a:headEnd/>
            <a:tailEnd/>
          </a:ln>
        </p:spPr>
        <p:txBody>
          <a:bodyPr lIns="0" tIns="0" rIns="0" bIns="0" anchor="b" anchorCtr="1"/>
          <a:lstStyle>
            <a:lvl1pPr marL="0" indent="0" algn="ctr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000" b="1" kern="1200" baseline="0" dirty="0" smtClean="0">
                <a:ln>
                  <a:noFill/>
                </a:ln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44" name="Text Placeholder 2"/>
          <p:cNvSpPr>
            <a:spLocks noGrp="1"/>
          </p:cNvSpPr>
          <p:nvPr>
            <p:ph type="body" idx="45" hasCustomPrompt="1"/>
          </p:nvPr>
        </p:nvSpPr>
        <p:spPr>
          <a:xfrm>
            <a:off x="3440856" y="1978598"/>
            <a:ext cx="3024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2700">
            <a:solidFill>
              <a:schemeClr val="accent2"/>
            </a:solidFill>
            <a:headEnd/>
            <a:tailEnd/>
          </a:ln>
        </p:spPr>
        <p:txBody>
          <a:bodyPr lIns="0" tIns="0" rIns="0" bIns="0" anchor="b" anchorCtr="1"/>
          <a:lstStyle>
            <a:lvl1pPr marL="0" indent="0" algn="ctr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000" b="1" kern="1200" baseline="0" dirty="0" smtClean="0">
                <a:ln>
                  <a:noFill/>
                </a:ln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45" name="Text Placeholder 2"/>
          <p:cNvSpPr>
            <a:spLocks noGrp="1"/>
          </p:cNvSpPr>
          <p:nvPr>
            <p:ph type="body" idx="46" hasCustomPrompt="1"/>
          </p:nvPr>
        </p:nvSpPr>
        <p:spPr>
          <a:xfrm>
            <a:off x="6609600" y="1978598"/>
            <a:ext cx="3024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2700">
            <a:solidFill>
              <a:schemeClr val="accent2"/>
            </a:solidFill>
            <a:headEnd/>
            <a:tailEnd/>
          </a:ln>
        </p:spPr>
        <p:txBody>
          <a:bodyPr lIns="0" tIns="0" rIns="0" bIns="0" anchor="b" anchorCtr="1"/>
          <a:lstStyle>
            <a:lvl1pPr marL="0" indent="0" algn="ctr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000" b="1" kern="1200" baseline="0" dirty="0" smtClean="0">
                <a:ln>
                  <a:noFill/>
                </a:ln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half" idx="47" hasCustomPrompt="1"/>
          </p:nvPr>
        </p:nvSpPr>
        <p:spPr>
          <a:xfrm>
            <a:off x="266400" y="4653336"/>
            <a:ext cx="3024000" cy="17855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half" idx="48" hasCustomPrompt="1"/>
          </p:nvPr>
        </p:nvSpPr>
        <p:spPr>
          <a:xfrm>
            <a:off x="6609600" y="4653336"/>
            <a:ext cx="3024000" cy="17855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16" name="Content Placeholder 3"/>
          <p:cNvSpPr>
            <a:spLocks noGrp="1"/>
          </p:cNvSpPr>
          <p:nvPr>
            <p:ph sz="half" idx="49" hasCustomPrompt="1"/>
          </p:nvPr>
        </p:nvSpPr>
        <p:spPr>
          <a:xfrm>
            <a:off x="3439800" y="4653336"/>
            <a:ext cx="3024000" cy="17855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17" name="Text Placeholder 2"/>
          <p:cNvSpPr>
            <a:spLocks noGrp="1"/>
          </p:cNvSpPr>
          <p:nvPr>
            <p:ph type="body" idx="50" hasCustomPrompt="1"/>
          </p:nvPr>
        </p:nvSpPr>
        <p:spPr>
          <a:xfrm>
            <a:off x="266400" y="4150300"/>
            <a:ext cx="9360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51" hasCustomPrompt="1"/>
          </p:nvPr>
        </p:nvSpPr>
        <p:spPr>
          <a:xfrm>
            <a:off x="266400" y="4444830"/>
            <a:ext cx="3024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2700">
            <a:solidFill>
              <a:schemeClr val="accent2"/>
            </a:solidFill>
            <a:headEnd/>
            <a:tailEnd/>
          </a:ln>
        </p:spPr>
        <p:txBody>
          <a:bodyPr lIns="0" tIns="0" rIns="0" bIns="0" anchor="b" anchorCtr="1"/>
          <a:lstStyle>
            <a:lvl1pPr marL="0" indent="0" algn="ctr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000" b="1" kern="1200" baseline="0" dirty="0" smtClean="0">
                <a:ln>
                  <a:noFill/>
                </a:ln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idx="52" hasCustomPrompt="1"/>
          </p:nvPr>
        </p:nvSpPr>
        <p:spPr>
          <a:xfrm>
            <a:off x="3440856" y="4444830"/>
            <a:ext cx="3024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2700">
            <a:solidFill>
              <a:schemeClr val="accent2"/>
            </a:solidFill>
            <a:headEnd/>
            <a:tailEnd/>
          </a:ln>
        </p:spPr>
        <p:txBody>
          <a:bodyPr lIns="0" tIns="0" rIns="0" bIns="0" anchor="b" anchorCtr="1"/>
          <a:lstStyle>
            <a:lvl1pPr marL="0" indent="0" algn="ctr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000" b="1" kern="1200" baseline="0" dirty="0" smtClean="0">
                <a:ln>
                  <a:noFill/>
                </a:ln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22" name="Text Placeholder 2"/>
          <p:cNvSpPr>
            <a:spLocks noGrp="1"/>
          </p:cNvSpPr>
          <p:nvPr>
            <p:ph type="body" idx="53" hasCustomPrompt="1"/>
          </p:nvPr>
        </p:nvSpPr>
        <p:spPr>
          <a:xfrm>
            <a:off x="6609600" y="4444830"/>
            <a:ext cx="3024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2700">
            <a:solidFill>
              <a:schemeClr val="accent2"/>
            </a:solidFill>
            <a:headEnd/>
            <a:tailEnd/>
          </a:ln>
        </p:spPr>
        <p:txBody>
          <a:bodyPr lIns="0" tIns="0" rIns="0" bIns="0" anchor="b" anchorCtr="1"/>
          <a:lstStyle>
            <a:lvl1pPr marL="0" indent="0" algn="ctr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000" b="1" kern="1200" baseline="0" dirty="0" smtClean="0">
                <a:ln>
                  <a:noFill/>
                </a:ln>
                <a:solidFill>
                  <a:schemeClr val="tx1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Header Placeholder"/>
          <p:cNvSpPr>
            <a:spLocks noGrp="1"/>
          </p:cNvSpPr>
          <p:nvPr>
            <p:ph type="title" hasCustomPrompt="1"/>
          </p:nvPr>
        </p:nvSpPr>
        <p:spPr>
          <a:xfrm>
            <a:off x="1897200" y="57600"/>
            <a:ext cx="6336000" cy="7200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lang="en-GB" sz="1800" b="1" baseline="0" dirty="0">
                <a:solidFill>
                  <a:schemeClr val="tx1"/>
                </a:solidFill>
                <a:latin typeface="+mj-lt"/>
                <a:ea typeface="MS PGothic" pitchFamily="34" charset="-128"/>
                <a:cs typeface="Arial Unicode MS" pitchFamily="34" charset="-128"/>
              </a:defRPr>
            </a:lvl1pPr>
          </a:lstStyle>
          <a:p>
            <a:r>
              <a:rPr lang="en-GB" dirty="0" smtClean="0"/>
              <a:t>Main text</a:t>
            </a:r>
            <a:endParaRPr lang="en-GB" dirty="0"/>
          </a:p>
        </p:txBody>
      </p:sp>
      <p:sp>
        <p:nvSpPr>
          <p:cNvPr id="26" name="Subheader Placeholder"/>
          <p:cNvSpPr>
            <a:spLocks noGrp="1"/>
          </p:cNvSpPr>
          <p:nvPr>
            <p:ph type="body" sz="quarter" idx="14" hasCustomPrompt="1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</p:spPr>
        <p:txBody>
          <a:bodyPr lIns="0" tIns="0" rIns="0" bIns="0" anchor="b" anchorCtr="0"/>
          <a:lstStyle>
            <a:lvl1pPr marL="228600" indent="-228600"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GB" sz="700" i="1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Arial Unicode MS" pitchFamily="34" charset="-128"/>
              </a:defRPr>
            </a:lvl1pPr>
          </a:lstStyle>
          <a:p>
            <a:pPr marL="228600" lvl="0" indent="-228600" algn="l" defTabSz="957263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lang="en-GB" dirty="0" smtClean="0"/>
              <a:t>Source / Disclaimer / Annotations: </a:t>
            </a:r>
          </a:p>
        </p:txBody>
      </p:sp>
      <p:sp>
        <p:nvSpPr>
          <p:cNvPr id="23" name="Content Placeholder 3"/>
          <p:cNvSpPr>
            <a:spLocks noGrp="1"/>
          </p:cNvSpPr>
          <p:nvPr>
            <p:ph sz="half" idx="53" hasCustomPrompt="1"/>
          </p:nvPr>
        </p:nvSpPr>
        <p:spPr>
          <a:xfrm>
            <a:off x="266400" y="2185814"/>
            <a:ext cx="2232000" cy="1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28" name="Content Placeholder 3"/>
          <p:cNvSpPr>
            <a:spLocks noGrp="1"/>
          </p:cNvSpPr>
          <p:nvPr>
            <p:ph sz="half" idx="54" hasCustomPrompt="1"/>
          </p:nvPr>
        </p:nvSpPr>
        <p:spPr>
          <a:xfrm>
            <a:off x="2655300" y="2185814"/>
            <a:ext cx="2232000" cy="1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33" name="Content Placeholder 3"/>
          <p:cNvSpPr>
            <a:spLocks noGrp="1"/>
          </p:cNvSpPr>
          <p:nvPr>
            <p:ph sz="half" idx="55" hasCustomPrompt="1"/>
          </p:nvPr>
        </p:nvSpPr>
        <p:spPr>
          <a:xfrm>
            <a:off x="5031300" y="2185814"/>
            <a:ext cx="2232000" cy="1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34" name="Content Placeholder 3"/>
          <p:cNvSpPr>
            <a:spLocks noGrp="1"/>
          </p:cNvSpPr>
          <p:nvPr>
            <p:ph sz="half" idx="56" hasCustomPrompt="1"/>
          </p:nvPr>
        </p:nvSpPr>
        <p:spPr>
          <a:xfrm>
            <a:off x="7407300" y="2185814"/>
            <a:ext cx="2232000" cy="1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</p:spPr>
        <p:txBody>
          <a:bodyPr lIns="0" tIns="0" rIns="0" bIns="0"/>
          <a:lstStyle>
            <a:lvl1pPr algn="l" defTabSz="957263" rtl="0" eaLnBrk="1" fontAlgn="base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defRPr lang="en-US" sz="1400" b="1" baseline="0" dirty="0" smtClean="0">
                <a:solidFill>
                  <a:schemeClr val="tx1"/>
                </a:solidFill>
                <a:latin typeface="+mj-lt"/>
                <a:ea typeface="MS PGothic" pitchFamily="34" charset="-128"/>
                <a:cs typeface="Arial Unicode MS" pitchFamily="34" charset="-128"/>
              </a:defRPr>
            </a:lvl1pPr>
          </a:lstStyle>
          <a:p>
            <a:pPr lvl="0" algn="l" defTabSz="957263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CC3300"/>
              </a:buClr>
            </a:pPr>
            <a:r>
              <a:rPr lang="en-US" dirty="0" smtClean="0"/>
              <a:t>Subheading text (optional)</a:t>
            </a:r>
            <a:br>
              <a:rPr lang="en-US" dirty="0" smtClean="0"/>
            </a:br>
            <a:r>
              <a:rPr lang="en-US" dirty="0" smtClean="0"/>
              <a:t>Subheading text (optional)</a:t>
            </a:r>
          </a:p>
        </p:txBody>
      </p:sp>
      <p:sp>
        <p:nvSpPr>
          <p:cNvPr id="18" name="Slide Number Placeholder"/>
          <p:cNvSpPr>
            <a:spLocks noGrp="1"/>
          </p:cNvSpPr>
          <p:nvPr>
            <p:ph type="ftr" sz="quarter" idx="3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</p:spPr>
        <p:txBody>
          <a:bodyPr lIns="0" tIns="0" rIns="18000" bIns="18000" anchor="ctr"/>
          <a:lstStyle>
            <a:lvl1pPr algn="ctr"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96A6800-FFF6-4ED7-8C1A-BE1D2596D2A3}" type="slidenum">
              <a:rPr lang="en-GB" smtClean="0"/>
              <a:pPr algn="r"/>
              <a:t>‹#›</a:t>
            </a:fld>
            <a:endParaRPr lang="en-GB" dirty="0"/>
          </a:p>
        </p:txBody>
      </p:sp>
      <p:sp>
        <p:nvSpPr>
          <p:cNvPr id="35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66400" y="1684068"/>
            <a:ext cx="9360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36" name="Text Placeholder 2"/>
          <p:cNvSpPr>
            <a:spLocks noGrp="1"/>
          </p:cNvSpPr>
          <p:nvPr>
            <p:ph type="body" idx="57" hasCustomPrompt="1"/>
          </p:nvPr>
        </p:nvSpPr>
        <p:spPr>
          <a:xfrm>
            <a:off x="266400" y="1979954"/>
            <a:ext cx="2232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2700">
            <a:solidFill>
              <a:schemeClr val="accent2"/>
            </a:solidFill>
            <a:headEnd/>
            <a:tailEnd/>
          </a:ln>
        </p:spPr>
        <p:txBody>
          <a:bodyPr lIns="0" tIns="0" rIns="0" bIns="0" anchor="b" anchorCtr="1"/>
          <a:lstStyle>
            <a:lvl1pPr marL="0" indent="0" algn="ctr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000" b="1" kern="1200" baseline="0" dirty="0" smtClean="0">
                <a:ln>
                  <a:noFill/>
                </a:ln>
                <a:solidFill>
                  <a:sysClr val="windowText" lastClr="000000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37" name="Text Placeholder 2"/>
          <p:cNvSpPr>
            <a:spLocks noGrp="1"/>
          </p:cNvSpPr>
          <p:nvPr>
            <p:ph type="body" idx="58" hasCustomPrompt="1"/>
          </p:nvPr>
        </p:nvSpPr>
        <p:spPr>
          <a:xfrm>
            <a:off x="2655300" y="1979954"/>
            <a:ext cx="2232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2700">
            <a:solidFill>
              <a:schemeClr val="accent2"/>
            </a:solidFill>
            <a:headEnd/>
            <a:tailEnd/>
          </a:ln>
        </p:spPr>
        <p:txBody>
          <a:bodyPr lIns="0" tIns="0" rIns="0" bIns="0" anchor="b" anchorCtr="1"/>
          <a:lstStyle>
            <a:lvl1pPr marL="0" indent="0" algn="ctr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000" b="1" kern="1200" baseline="0" dirty="0" smtClean="0">
                <a:ln>
                  <a:noFill/>
                </a:ln>
                <a:solidFill>
                  <a:sysClr val="windowText" lastClr="000000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38" name="Text Placeholder 2"/>
          <p:cNvSpPr>
            <a:spLocks noGrp="1"/>
          </p:cNvSpPr>
          <p:nvPr>
            <p:ph type="body" idx="59" hasCustomPrompt="1"/>
          </p:nvPr>
        </p:nvSpPr>
        <p:spPr>
          <a:xfrm>
            <a:off x="5029612" y="1979954"/>
            <a:ext cx="2232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2700">
            <a:solidFill>
              <a:schemeClr val="accent2"/>
            </a:solidFill>
            <a:headEnd/>
            <a:tailEnd/>
          </a:ln>
        </p:spPr>
        <p:txBody>
          <a:bodyPr lIns="0" tIns="0" rIns="0" bIns="0" anchor="b" anchorCtr="1"/>
          <a:lstStyle>
            <a:lvl1pPr marL="0" indent="0" algn="ctr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000" b="1" kern="1200" baseline="0" dirty="0" smtClean="0">
                <a:ln>
                  <a:noFill/>
                </a:ln>
                <a:solidFill>
                  <a:sysClr val="windowText" lastClr="000000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39" name="Text Placeholder 2"/>
          <p:cNvSpPr>
            <a:spLocks noGrp="1"/>
          </p:cNvSpPr>
          <p:nvPr>
            <p:ph type="body" idx="60" hasCustomPrompt="1"/>
          </p:nvPr>
        </p:nvSpPr>
        <p:spPr>
          <a:xfrm>
            <a:off x="7401600" y="1979954"/>
            <a:ext cx="2232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2700">
            <a:solidFill>
              <a:schemeClr val="accent2"/>
            </a:solidFill>
            <a:headEnd/>
            <a:tailEnd/>
          </a:ln>
        </p:spPr>
        <p:txBody>
          <a:bodyPr lIns="0" tIns="0" rIns="0" bIns="0" anchor="b" anchorCtr="1"/>
          <a:lstStyle>
            <a:lvl1pPr marL="0" indent="0" algn="ctr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000" b="1" kern="1200" baseline="0" dirty="0" smtClean="0">
                <a:ln>
                  <a:noFill/>
                </a:ln>
                <a:solidFill>
                  <a:sysClr val="windowText" lastClr="000000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17" name="Content Placeholder 3"/>
          <p:cNvSpPr>
            <a:spLocks noGrp="1"/>
          </p:cNvSpPr>
          <p:nvPr>
            <p:ph sz="half" idx="61" hasCustomPrompt="1"/>
          </p:nvPr>
        </p:nvSpPr>
        <p:spPr>
          <a:xfrm>
            <a:off x="266400" y="4578818"/>
            <a:ext cx="2232000" cy="186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19" name="Content Placeholder 3"/>
          <p:cNvSpPr>
            <a:spLocks noGrp="1"/>
          </p:cNvSpPr>
          <p:nvPr>
            <p:ph sz="half" idx="62" hasCustomPrompt="1"/>
          </p:nvPr>
        </p:nvSpPr>
        <p:spPr>
          <a:xfrm>
            <a:off x="2655300" y="4578818"/>
            <a:ext cx="2232000" cy="186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63" hasCustomPrompt="1"/>
          </p:nvPr>
        </p:nvSpPr>
        <p:spPr>
          <a:xfrm>
            <a:off x="5031300" y="4578818"/>
            <a:ext cx="2232000" cy="186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22" name="Content Placeholder 3"/>
          <p:cNvSpPr>
            <a:spLocks noGrp="1"/>
          </p:cNvSpPr>
          <p:nvPr>
            <p:ph sz="half" idx="64" hasCustomPrompt="1"/>
          </p:nvPr>
        </p:nvSpPr>
        <p:spPr>
          <a:xfrm>
            <a:off x="7401600" y="4578818"/>
            <a:ext cx="2232000" cy="186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08000" rIns="46800" bIns="6480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1pPr>
            <a:lvl2pPr marL="179388" indent="-1778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Wingdings"/>
              <a:buChar char="n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355600" indent="-176213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547688" indent="-19050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715963" indent="-166688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Font typeface="Symbol"/>
              <a:buChar char="-"/>
              <a:defRPr lang="en-GB" sz="1000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 dirty="0" smtClean="0"/>
              <a:t>Click to add text</a:t>
            </a:r>
          </a:p>
          <a:p>
            <a:pPr lvl="1"/>
            <a:r>
              <a:rPr lang="en-GB" dirty="0" smtClean="0"/>
              <a:t>Level 1</a:t>
            </a:r>
          </a:p>
          <a:p>
            <a:pPr lvl="2"/>
            <a:r>
              <a:rPr lang="en-GB" dirty="0" smtClean="0"/>
              <a:t>Level 2</a:t>
            </a:r>
          </a:p>
          <a:p>
            <a:pPr lvl="3"/>
            <a:r>
              <a:rPr lang="en-GB" dirty="0" smtClean="0"/>
              <a:t>Level 3</a:t>
            </a:r>
          </a:p>
          <a:p>
            <a:pPr lvl="4"/>
            <a:r>
              <a:rPr lang="en-GB" dirty="0" smtClean="0"/>
              <a:t>Level 4</a:t>
            </a:r>
          </a:p>
        </p:txBody>
      </p:sp>
      <p:sp>
        <p:nvSpPr>
          <p:cNvPr id="24" name="Text Placeholder 2"/>
          <p:cNvSpPr>
            <a:spLocks noGrp="1"/>
          </p:cNvSpPr>
          <p:nvPr>
            <p:ph type="body" idx="65" hasCustomPrompt="1"/>
          </p:nvPr>
        </p:nvSpPr>
        <p:spPr>
          <a:xfrm>
            <a:off x="266400" y="4077072"/>
            <a:ext cx="9360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9050">
            <a:solidFill>
              <a:schemeClr val="accent2"/>
            </a:solidFill>
            <a:headEnd/>
            <a:tailEnd/>
          </a:ln>
        </p:spPr>
        <p:txBody>
          <a:bodyPr lIns="0" tIns="0" rIns="0" bIns="36000" anchor="b" anchorCtr="0"/>
          <a:lstStyle>
            <a:lvl1pPr marL="0" indent="0" algn="l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200" b="1" kern="1200" baseline="0" dirty="0" smtClean="0">
                <a:ln>
                  <a:noFill/>
                </a:ln>
                <a:solidFill>
                  <a:schemeClr val="accent2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27" name="Text Placeholder 2"/>
          <p:cNvSpPr>
            <a:spLocks noGrp="1"/>
          </p:cNvSpPr>
          <p:nvPr>
            <p:ph type="body" idx="66" hasCustomPrompt="1"/>
          </p:nvPr>
        </p:nvSpPr>
        <p:spPr>
          <a:xfrm>
            <a:off x="266400" y="4372958"/>
            <a:ext cx="2232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2700">
            <a:solidFill>
              <a:schemeClr val="accent2"/>
            </a:solidFill>
            <a:headEnd/>
            <a:tailEnd/>
          </a:ln>
        </p:spPr>
        <p:txBody>
          <a:bodyPr lIns="0" tIns="0" rIns="0" bIns="0" anchor="b" anchorCtr="1"/>
          <a:lstStyle>
            <a:lvl1pPr marL="0" indent="0" algn="ctr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000" b="1" kern="1200" baseline="0" dirty="0" smtClean="0">
                <a:ln>
                  <a:noFill/>
                </a:ln>
                <a:solidFill>
                  <a:sysClr val="windowText" lastClr="000000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idx="67" hasCustomPrompt="1"/>
          </p:nvPr>
        </p:nvSpPr>
        <p:spPr>
          <a:xfrm>
            <a:off x="2655300" y="4372958"/>
            <a:ext cx="2232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2700">
            <a:solidFill>
              <a:schemeClr val="accent2"/>
            </a:solidFill>
            <a:headEnd/>
            <a:tailEnd/>
          </a:ln>
        </p:spPr>
        <p:txBody>
          <a:bodyPr lIns="0" tIns="0" rIns="0" bIns="0" anchor="b" anchorCtr="1"/>
          <a:lstStyle>
            <a:lvl1pPr marL="0" indent="0" algn="ctr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000" b="1" kern="1200" baseline="0" dirty="0" smtClean="0">
                <a:ln>
                  <a:noFill/>
                </a:ln>
                <a:solidFill>
                  <a:sysClr val="windowText" lastClr="000000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30" name="Text Placeholder 2"/>
          <p:cNvSpPr>
            <a:spLocks noGrp="1"/>
          </p:cNvSpPr>
          <p:nvPr>
            <p:ph type="body" idx="68" hasCustomPrompt="1"/>
          </p:nvPr>
        </p:nvSpPr>
        <p:spPr>
          <a:xfrm>
            <a:off x="5029612" y="4372958"/>
            <a:ext cx="2232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2700">
            <a:solidFill>
              <a:schemeClr val="accent2"/>
            </a:solidFill>
            <a:headEnd/>
            <a:tailEnd/>
          </a:ln>
        </p:spPr>
        <p:txBody>
          <a:bodyPr lIns="0" tIns="0" rIns="0" bIns="0" anchor="b" anchorCtr="1"/>
          <a:lstStyle>
            <a:lvl1pPr marL="0" indent="0" algn="ctr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000" b="1" kern="1200" baseline="0" dirty="0" smtClean="0">
                <a:ln>
                  <a:noFill/>
                </a:ln>
                <a:solidFill>
                  <a:sysClr val="windowText" lastClr="000000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  <p:sp>
        <p:nvSpPr>
          <p:cNvPr id="31" name="Text Placeholder 2"/>
          <p:cNvSpPr>
            <a:spLocks noGrp="1"/>
          </p:cNvSpPr>
          <p:nvPr>
            <p:ph type="body" idx="69" hasCustomPrompt="1"/>
          </p:nvPr>
        </p:nvSpPr>
        <p:spPr>
          <a:xfrm>
            <a:off x="7401600" y="4372958"/>
            <a:ext cx="2232000" cy="216000"/>
          </a:xfrm>
          <a:prstGeom prst="callout1">
            <a:avLst>
              <a:gd name="adj1" fmla="val 100536"/>
              <a:gd name="adj2" fmla="val 99996"/>
              <a:gd name="adj3" fmla="val 100706"/>
              <a:gd name="adj4" fmla="val 0"/>
            </a:avLst>
          </a:prstGeom>
          <a:noFill/>
          <a:ln w="12700">
            <a:solidFill>
              <a:schemeClr val="accent2"/>
            </a:solidFill>
            <a:headEnd/>
            <a:tailEnd/>
          </a:ln>
        </p:spPr>
        <p:txBody>
          <a:bodyPr lIns="0" tIns="0" rIns="0" bIns="0" anchor="b" anchorCtr="1"/>
          <a:lstStyle>
            <a:lvl1pPr marL="0" indent="0" algn="ctr" defTabSz="815780" rtl="0" eaLnBrk="1" fontAlgn="base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None/>
              <a:defRPr lang="en-US" sz="1000" b="1" kern="1200" baseline="0" dirty="0" smtClean="0">
                <a:ln>
                  <a:noFill/>
                </a:ln>
                <a:solidFill>
                  <a:sysClr val="windowText" lastClr="000000"/>
                </a:solidFill>
                <a:latin typeface="Arial" charset="0"/>
                <a:ea typeface="MS PGothic" pitchFamily="34" charset="-128"/>
                <a:cs typeface="+mn-cs"/>
              </a:defRPr>
            </a:lvl1pPr>
            <a:lvl2pPr marL="389626" indent="0">
              <a:buNone/>
              <a:defRPr sz="1700" b="1"/>
            </a:lvl2pPr>
            <a:lvl3pPr marL="779252" indent="0">
              <a:buNone/>
              <a:defRPr sz="1500" b="1"/>
            </a:lvl3pPr>
            <a:lvl4pPr marL="1168878" indent="0">
              <a:buNone/>
              <a:defRPr sz="1400" b="1"/>
            </a:lvl4pPr>
            <a:lvl5pPr marL="1558503" indent="0">
              <a:buNone/>
              <a:defRPr sz="1400" b="1"/>
            </a:lvl5pPr>
            <a:lvl6pPr marL="1948129" indent="0">
              <a:buNone/>
              <a:defRPr sz="1400" b="1"/>
            </a:lvl6pPr>
            <a:lvl7pPr marL="2337755" indent="0">
              <a:buNone/>
              <a:defRPr sz="1400" b="1"/>
            </a:lvl7pPr>
            <a:lvl8pPr marL="2727381" indent="0">
              <a:buNone/>
              <a:defRPr sz="1400" b="1"/>
            </a:lvl8pPr>
            <a:lvl9pPr marL="3117007" indent="0">
              <a:buNone/>
              <a:defRPr sz="1400" b="1"/>
            </a:lvl9pPr>
          </a:lstStyle>
          <a:p>
            <a:pPr marL="0" lvl="0" indent="0" algn="l" defTabSz="815780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3300"/>
              </a:buClr>
              <a:buNone/>
            </a:pPr>
            <a:r>
              <a:rPr lang="en-US" dirty="0" smtClean="0"/>
              <a:t>Title bar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Header Placeholder"/>
          <p:cNvSpPr>
            <a:spLocks noGrp="1"/>
          </p:cNvSpPr>
          <p:nvPr>
            <p:ph type="title" hasCustomPrompt="1"/>
          </p:nvPr>
        </p:nvSpPr>
        <p:spPr>
          <a:xfrm>
            <a:off x="1897200" y="57600"/>
            <a:ext cx="6336000" cy="7200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 defTabSz="957263" rtl="0" eaLnBrk="1" fontAlgn="base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lang="en-GB" sz="1800" b="1" baseline="0" dirty="0">
                <a:solidFill>
                  <a:schemeClr val="tx1"/>
                </a:solidFill>
                <a:latin typeface="+mj-lt"/>
                <a:ea typeface="MS PGothic" pitchFamily="34" charset="-128"/>
                <a:cs typeface="Arial Unicode MS" pitchFamily="34" charset="-128"/>
              </a:defRPr>
            </a:lvl1pPr>
          </a:lstStyle>
          <a:p>
            <a:r>
              <a:rPr lang="en-GB" dirty="0" smtClean="0"/>
              <a:t>Main text</a:t>
            </a:r>
            <a:endParaRPr lang="en-GB" dirty="0"/>
          </a:p>
        </p:txBody>
      </p:sp>
      <p:sp>
        <p:nvSpPr>
          <p:cNvPr id="10" name="Subheader Placeholder"/>
          <p:cNvSpPr>
            <a:spLocks noGrp="1"/>
          </p:cNvSpPr>
          <p:nvPr>
            <p:ph type="body" sz="quarter" idx="14" hasCustomPrompt="1"/>
          </p:nvPr>
        </p:nvSpPr>
        <p:spPr>
          <a:xfrm>
            <a:off x="266400" y="6525344"/>
            <a:ext cx="8568000" cy="231856"/>
          </a:xfrm>
          <a:prstGeom prst="rect">
            <a:avLst/>
          </a:prstGeom>
        </p:spPr>
        <p:txBody>
          <a:bodyPr lIns="0" tIns="0" rIns="0" bIns="0" anchor="b" anchorCtr="0"/>
          <a:lstStyle>
            <a:lvl1pPr marL="228600" indent="-228600"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GB" sz="700" i="1" baseline="0" dirty="0" smtClean="0">
                <a:solidFill>
                  <a:schemeClr val="tx1"/>
                </a:solidFill>
                <a:latin typeface="+mn-lt"/>
                <a:ea typeface="MS PGothic" pitchFamily="34" charset="-128"/>
                <a:cs typeface="Arial Unicode MS" pitchFamily="34" charset="-128"/>
              </a:defRPr>
            </a:lvl1pPr>
          </a:lstStyle>
          <a:p>
            <a:pPr marL="228600" lvl="0" indent="-228600" algn="l" defTabSz="957263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lang="en-GB" dirty="0" smtClean="0"/>
              <a:t>Source / Disclaimer / Annotations: </a:t>
            </a:r>
          </a:p>
        </p:txBody>
      </p:sp>
      <p:sp>
        <p:nvSpPr>
          <p:cNvPr id="6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266400" y="1051200"/>
            <a:ext cx="9360000" cy="576000"/>
          </a:xfrm>
          <a:prstGeom prst="rect">
            <a:avLst/>
          </a:prstGeom>
        </p:spPr>
        <p:txBody>
          <a:bodyPr lIns="0" tIns="0" rIns="0" bIns="0"/>
          <a:lstStyle>
            <a:lvl1pPr algn="l" defTabSz="957263" rtl="0" eaLnBrk="1" fontAlgn="base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defRPr lang="en-US" sz="1400" b="1" baseline="0" dirty="0" smtClean="0">
                <a:solidFill>
                  <a:schemeClr val="tx1"/>
                </a:solidFill>
                <a:latin typeface="+mj-lt"/>
                <a:ea typeface="MS PGothic" pitchFamily="34" charset="-128"/>
                <a:cs typeface="Arial Unicode MS" pitchFamily="34" charset="-128"/>
              </a:defRPr>
            </a:lvl1pPr>
          </a:lstStyle>
          <a:p>
            <a:pPr lvl="0" algn="l" defTabSz="957263" rtl="0" eaLnBrk="1" fontAlgn="base" hangingPunct="1">
              <a:spcBef>
                <a:spcPts val="0"/>
              </a:spcBef>
              <a:spcAft>
                <a:spcPts val="0"/>
              </a:spcAft>
              <a:buClr>
                <a:srgbClr val="CC3300"/>
              </a:buClr>
            </a:pPr>
            <a:r>
              <a:rPr lang="en-US" dirty="0" smtClean="0"/>
              <a:t>Subheading text (optional)</a:t>
            </a:r>
            <a:br>
              <a:rPr lang="en-US" dirty="0" smtClean="0"/>
            </a:br>
            <a:r>
              <a:rPr lang="en-US" dirty="0" smtClean="0"/>
              <a:t>Subheading text (optional)</a:t>
            </a:r>
          </a:p>
        </p:txBody>
      </p:sp>
      <p:sp>
        <p:nvSpPr>
          <p:cNvPr id="7" name="Slide Number Placeholder"/>
          <p:cNvSpPr>
            <a:spLocks noGrp="1"/>
          </p:cNvSpPr>
          <p:nvPr>
            <p:ph type="ftr" sz="quarter" idx="3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</p:spPr>
        <p:txBody>
          <a:bodyPr lIns="0" tIns="0" rIns="18000" bIns="18000" anchor="ctr"/>
          <a:lstStyle>
            <a:lvl1pPr algn="ctr"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96A6800-FFF6-4ED7-8C1A-BE1D2596D2A3}" type="slidenum">
              <a:rPr lang="en-GB" smtClean="0"/>
              <a:pPr algn="r"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/>
          <p:cNvSpPr>
            <a:spLocks noGrp="1"/>
          </p:cNvSpPr>
          <p:nvPr>
            <p:ph type="ftr" sz="quarter" idx="3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</p:spPr>
        <p:txBody>
          <a:bodyPr lIns="0" tIns="0" rIns="18000" bIns="18000" anchor="ctr"/>
          <a:lstStyle>
            <a:lvl1pPr algn="ctr"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96A6800-FFF6-4ED7-8C1A-BE1D2596D2A3}" type="slidenum">
              <a:rPr lang="en-GB" smtClean="0"/>
              <a:pPr algn="r"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31_Complet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"/>
          <p:cNvSpPr>
            <a:spLocks noGrp="1"/>
          </p:cNvSpPr>
          <p:nvPr>
            <p:ph type="ftr" sz="quarter" idx="3"/>
          </p:nvPr>
        </p:nvSpPr>
        <p:spPr>
          <a:xfrm>
            <a:off x="8834400" y="6525344"/>
            <a:ext cx="795760" cy="230400"/>
          </a:xfrm>
          <a:prstGeom prst="rect">
            <a:avLst/>
          </a:prstGeom>
        </p:spPr>
        <p:txBody>
          <a:bodyPr lIns="0" tIns="0" rIns="18000" bIns="18000" anchor="ctr"/>
          <a:lstStyle>
            <a:lvl1pPr algn="ctr"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96A6800-FFF6-4ED7-8C1A-BE1D2596D2A3}" type="slidenum">
              <a:rPr lang="en-GB" smtClean="0"/>
              <a:pPr algn="r"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Freeform 5"/>
          <p:cNvSpPr>
            <a:spLocks/>
          </p:cNvSpPr>
          <p:nvPr/>
        </p:nvSpPr>
        <p:spPr bwMode="auto">
          <a:xfrm>
            <a:off x="1522729" y="0"/>
            <a:ext cx="8383423" cy="842963"/>
          </a:xfrm>
          <a:custGeom>
            <a:avLst/>
            <a:gdLst>
              <a:gd name="connsiteX0" fmla="*/ 0 w 10000"/>
              <a:gd name="connsiteY0" fmla="*/ 3202 h 10000"/>
              <a:gd name="connsiteX1" fmla="*/ 307 w 10000"/>
              <a:gd name="connsiteY1" fmla="*/ 10000 h 10000"/>
              <a:gd name="connsiteX2" fmla="*/ 9947 w 10000"/>
              <a:gd name="connsiteY2" fmla="*/ 10000 h 10000"/>
              <a:gd name="connsiteX3" fmla="*/ 10000 w 10000"/>
              <a:gd name="connsiteY3" fmla="*/ 0 h 10000"/>
              <a:gd name="connsiteX4" fmla="*/ 139 w 10000"/>
              <a:gd name="connsiteY4" fmla="*/ 0 h 10000"/>
              <a:gd name="connsiteX5" fmla="*/ 0 w 10000"/>
              <a:gd name="connsiteY5" fmla="*/ 3202 h 10000"/>
              <a:gd name="connsiteX0" fmla="*/ 0 w 9965"/>
              <a:gd name="connsiteY0" fmla="*/ 3202 h 10000"/>
              <a:gd name="connsiteX1" fmla="*/ 307 w 9965"/>
              <a:gd name="connsiteY1" fmla="*/ 10000 h 10000"/>
              <a:gd name="connsiteX2" fmla="*/ 9947 w 9965"/>
              <a:gd name="connsiteY2" fmla="*/ 10000 h 10000"/>
              <a:gd name="connsiteX3" fmla="*/ 9947 w 9965"/>
              <a:gd name="connsiteY3" fmla="*/ 0 h 10000"/>
              <a:gd name="connsiteX4" fmla="*/ 139 w 9965"/>
              <a:gd name="connsiteY4" fmla="*/ 0 h 10000"/>
              <a:gd name="connsiteX5" fmla="*/ 0 w 9965"/>
              <a:gd name="connsiteY5" fmla="*/ 3202 h 10000"/>
              <a:gd name="connsiteX0" fmla="*/ 0 w 10000"/>
              <a:gd name="connsiteY0" fmla="*/ 3202 h 10000"/>
              <a:gd name="connsiteX1" fmla="*/ 308 w 10000"/>
              <a:gd name="connsiteY1" fmla="*/ 10000 h 10000"/>
              <a:gd name="connsiteX2" fmla="*/ 9982 w 10000"/>
              <a:gd name="connsiteY2" fmla="*/ 10000 h 10000"/>
              <a:gd name="connsiteX3" fmla="*/ 9982 w 10000"/>
              <a:gd name="connsiteY3" fmla="*/ 0 h 10000"/>
              <a:gd name="connsiteX4" fmla="*/ 139 w 10000"/>
              <a:gd name="connsiteY4" fmla="*/ 0 h 10000"/>
              <a:gd name="connsiteX5" fmla="*/ 0 w 10000"/>
              <a:gd name="connsiteY5" fmla="*/ 3202 h 10000"/>
              <a:gd name="connsiteX0" fmla="*/ 0 w 10000"/>
              <a:gd name="connsiteY0" fmla="*/ 3202 h 10000"/>
              <a:gd name="connsiteX1" fmla="*/ 308 w 10000"/>
              <a:gd name="connsiteY1" fmla="*/ 10000 h 10000"/>
              <a:gd name="connsiteX2" fmla="*/ 9982 w 10000"/>
              <a:gd name="connsiteY2" fmla="*/ 10000 h 10000"/>
              <a:gd name="connsiteX3" fmla="*/ 9982 w 10000"/>
              <a:gd name="connsiteY3" fmla="*/ 0 h 10000"/>
              <a:gd name="connsiteX4" fmla="*/ 139 w 10000"/>
              <a:gd name="connsiteY4" fmla="*/ 0 h 10000"/>
              <a:gd name="connsiteX5" fmla="*/ 0 w 10000"/>
              <a:gd name="connsiteY5" fmla="*/ 3202 h 10000"/>
              <a:gd name="connsiteX0" fmla="*/ 0 w 9982"/>
              <a:gd name="connsiteY0" fmla="*/ 3202 h 10000"/>
              <a:gd name="connsiteX1" fmla="*/ 308 w 9982"/>
              <a:gd name="connsiteY1" fmla="*/ 10000 h 10000"/>
              <a:gd name="connsiteX2" fmla="*/ 9982 w 9982"/>
              <a:gd name="connsiteY2" fmla="*/ 10000 h 10000"/>
              <a:gd name="connsiteX3" fmla="*/ 9982 w 9982"/>
              <a:gd name="connsiteY3" fmla="*/ 0 h 10000"/>
              <a:gd name="connsiteX4" fmla="*/ 139 w 9982"/>
              <a:gd name="connsiteY4" fmla="*/ 0 h 10000"/>
              <a:gd name="connsiteX5" fmla="*/ 0 w 9982"/>
              <a:gd name="connsiteY5" fmla="*/ 3202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982" h="10000">
                <a:moveTo>
                  <a:pt x="0" y="3202"/>
                </a:moveTo>
                <a:cubicBezTo>
                  <a:pt x="102" y="5468"/>
                  <a:pt x="206" y="7734"/>
                  <a:pt x="308" y="10000"/>
                </a:cubicBezTo>
                <a:lnTo>
                  <a:pt x="9982" y="10000"/>
                </a:lnTo>
                <a:lnTo>
                  <a:pt x="9982" y="0"/>
                </a:lnTo>
                <a:lnTo>
                  <a:pt x="139" y="0"/>
                </a:lnTo>
                <a:cubicBezTo>
                  <a:pt x="93" y="1067"/>
                  <a:pt x="46" y="2135"/>
                  <a:pt x="0" y="3202"/>
                </a:cubicBezTo>
                <a:close/>
              </a:path>
            </a:pathLst>
          </a:custGeom>
          <a:solidFill>
            <a:srgbClr val="C0C0C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2" name="Slide Number Placeholder"/>
          <p:cNvSpPr>
            <a:spLocks noGrp="1"/>
          </p:cNvSpPr>
          <p:nvPr>
            <p:ph type="ftr" sz="quarter" idx="3"/>
          </p:nvPr>
        </p:nvSpPr>
        <p:spPr>
          <a:xfrm>
            <a:off x="8834400" y="6580800"/>
            <a:ext cx="795760" cy="230400"/>
          </a:xfrm>
          <a:prstGeom prst="rect">
            <a:avLst/>
          </a:prstGeom>
        </p:spPr>
        <p:txBody>
          <a:bodyPr lIns="0" tIns="0" rIns="18000" bIns="18000" anchor="ctr"/>
          <a:lstStyle>
            <a:lvl1pPr algn="ctr"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B1F92669-E9AC-495A-9485-4D654D029480}" type="slidenum">
              <a:rPr lang="en-GB" smtClean="0"/>
              <a:pPr algn="r"/>
              <a:t>‹#›</a:t>
            </a:fld>
            <a:endParaRPr lang="en-GB" dirty="0"/>
          </a:p>
        </p:txBody>
      </p:sp>
      <p:pic>
        <p:nvPicPr>
          <p:cNvPr id="18" name="Picture 17" descr="NOMURA_A4_PMS_1797.emf"/>
          <p:cNvPicPr>
            <a:picLocks noChangeAspect="1"/>
          </p:cNvPicPr>
          <p:nvPr/>
        </p:nvPicPr>
        <p:blipFill>
          <a:blip r:embed="rId39" cstate="print"/>
          <a:stretch>
            <a:fillRect/>
          </a:stretch>
        </p:blipFill>
        <p:spPr bwMode="white">
          <a:xfrm>
            <a:off x="8355804" y="306904"/>
            <a:ext cx="1260000" cy="222805"/>
          </a:xfrm>
          <a:prstGeom prst="rect">
            <a:avLst/>
          </a:prstGeom>
        </p:spPr>
      </p:pic>
      <p:sp>
        <p:nvSpPr>
          <p:cNvPr id="1030" name="Freeform 6"/>
          <p:cNvSpPr>
            <a:spLocks/>
          </p:cNvSpPr>
          <p:nvPr/>
        </p:nvSpPr>
        <p:spPr bwMode="auto">
          <a:xfrm>
            <a:off x="1522730" y="0"/>
            <a:ext cx="8428038" cy="842963"/>
          </a:xfrm>
          <a:custGeom>
            <a:avLst/>
            <a:gdLst/>
            <a:ahLst/>
            <a:cxnLst>
              <a:cxn ang="0">
                <a:pos x="0" y="170"/>
              </a:cxn>
              <a:cxn ang="0">
                <a:pos x="163" y="531"/>
              </a:cxn>
              <a:cxn ang="0">
                <a:pos x="5309" y="531"/>
              </a:cxn>
              <a:cxn ang="0">
                <a:pos x="5309" y="0"/>
              </a:cxn>
              <a:cxn ang="0">
                <a:pos x="74" y="0"/>
              </a:cxn>
              <a:cxn ang="0">
                <a:pos x="0" y="170"/>
              </a:cxn>
            </a:cxnLst>
            <a:rect l="0" t="0" r="r" b="b"/>
            <a:pathLst>
              <a:path w="5309" h="531">
                <a:moveTo>
                  <a:pt x="0" y="170"/>
                </a:moveTo>
                <a:lnTo>
                  <a:pt x="163" y="531"/>
                </a:lnTo>
                <a:lnTo>
                  <a:pt x="5309" y="531"/>
                </a:lnTo>
                <a:lnTo>
                  <a:pt x="5309" y="0"/>
                </a:lnTo>
                <a:lnTo>
                  <a:pt x="74" y="0"/>
                </a:lnTo>
                <a:lnTo>
                  <a:pt x="0" y="170"/>
                </a:lnTo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031" name="Freeform 7"/>
          <p:cNvSpPr>
            <a:spLocks/>
          </p:cNvSpPr>
          <p:nvPr/>
        </p:nvSpPr>
        <p:spPr bwMode="auto">
          <a:xfrm>
            <a:off x="1349692" y="396875"/>
            <a:ext cx="325438" cy="446088"/>
          </a:xfrm>
          <a:custGeom>
            <a:avLst/>
            <a:gdLst/>
            <a:ahLst/>
            <a:cxnLst>
              <a:cxn ang="0">
                <a:pos x="77" y="0"/>
              </a:cxn>
              <a:cxn ang="0">
                <a:pos x="0" y="179"/>
              </a:cxn>
              <a:cxn ang="0">
                <a:pos x="48" y="281"/>
              </a:cxn>
              <a:cxn ang="0">
                <a:pos x="205" y="281"/>
              </a:cxn>
              <a:cxn ang="0">
                <a:pos x="77" y="0"/>
              </a:cxn>
            </a:cxnLst>
            <a:rect l="0" t="0" r="r" b="b"/>
            <a:pathLst>
              <a:path w="205" h="281">
                <a:moveTo>
                  <a:pt x="77" y="0"/>
                </a:moveTo>
                <a:lnTo>
                  <a:pt x="0" y="179"/>
                </a:lnTo>
                <a:lnTo>
                  <a:pt x="48" y="281"/>
                </a:lnTo>
                <a:lnTo>
                  <a:pt x="205" y="281"/>
                </a:lnTo>
                <a:lnTo>
                  <a:pt x="77" y="0"/>
                </a:lnTo>
                <a:close/>
              </a:path>
            </a:pathLst>
          </a:custGeom>
          <a:solidFill>
            <a:srgbClr val="D5D5D5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032" name="Freeform 8"/>
          <p:cNvSpPr>
            <a:spLocks/>
          </p:cNvSpPr>
          <p:nvPr/>
        </p:nvSpPr>
        <p:spPr bwMode="auto">
          <a:xfrm>
            <a:off x="1344930" y="396875"/>
            <a:ext cx="325438" cy="446088"/>
          </a:xfrm>
          <a:custGeom>
            <a:avLst/>
            <a:gdLst/>
            <a:ahLst/>
            <a:cxnLst>
              <a:cxn ang="0">
                <a:pos x="77" y="0"/>
              </a:cxn>
              <a:cxn ang="0">
                <a:pos x="0" y="179"/>
              </a:cxn>
              <a:cxn ang="0">
                <a:pos x="48" y="281"/>
              </a:cxn>
              <a:cxn ang="0">
                <a:pos x="205" y="281"/>
              </a:cxn>
              <a:cxn ang="0">
                <a:pos x="77" y="0"/>
              </a:cxn>
            </a:cxnLst>
            <a:rect l="0" t="0" r="r" b="b"/>
            <a:pathLst>
              <a:path w="205" h="281">
                <a:moveTo>
                  <a:pt x="77" y="0"/>
                </a:moveTo>
                <a:lnTo>
                  <a:pt x="0" y="179"/>
                </a:lnTo>
                <a:lnTo>
                  <a:pt x="48" y="281"/>
                </a:lnTo>
                <a:lnTo>
                  <a:pt x="205" y="281"/>
                </a:lnTo>
                <a:lnTo>
                  <a:pt x="77" y="0"/>
                </a:lnTo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033" name="Freeform 9"/>
          <p:cNvSpPr>
            <a:spLocks/>
          </p:cNvSpPr>
          <p:nvPr/>
        </p:nvSpPr>
        <p:spPr bwMode="auto">
          <a:xfrm>
            <a:off x="1305242" y="0"/>
            <a:ext cx="222250" cy="396875"/>
          </a:xfrm>
          <a:custGeom>
            <a:avLst/>
            <a:gdLst/>
            <a:ahLst/>
            <a:cxnLst>
              <a:cxn ang="0">
                <a:pos x="67" y="0"/>
              </a:cxn>
              <a:cxn ang="0">
                <a:pos x="0" y="0"/>
              </a:cxn>
              <a:cxn ang="0">
                <a:pos x="0" y="6"/>
              </a:cxn>
              <a:cxn ang="0">
                <a:pos x="105" y="250"/>
              </a:cxn>
              <a:cxn ang="0">
                <a:pos x="140" y="170"/>
              </a:cxn>
              <a:cxn ang="0">
                <a:pos x="67" y="0"/>
              </a:cxn>
            </a:cxnLst>
            <a:rect l="0" t="0" r="r" b="b"/>
            <a:pathLst>
              <a:path w="140" h="250">
                <a:moveTo>
                  <a:pt x="67" y="0"/>
                </a:moveTo>
                <a:lnTo>
                  <a:pt x="0" y="0"/>
                </a:lnTo>
                <a:lnTo>
                  <a:pt x="0" y="6"/>
                </a:lnTo>
                <a:lnTo>
                  <a:pt x="105" y="250"/>
                </a:lnTo>
                <a:lnTo>
                  <a:pt x="140" y="170"/>
                </a:lnTo>
                <a:lnTo>
                  <a:pt x="67" y="0"/>
                </a:lnTo>
                <a:close/>
              </a:path>
            </a:pathLst>
          </a:custGeom>
          <a:solidFill>
            <a:srgbClr val="CECECE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034" name="Freeform 10"/>
          <p:cNvSpPr>
            <a:spLocks/>
          </p:cNvSpPr>
          <p:nvPr/>
        </p:nvSpPr>
        <p:spPr bwMode="auto">
          <a:xfrm>
            <a:off x="1300480" y="0"/>
            <a:ext cx="222250" cy="396875"/>
          </a:xfrm>
          <a:custGeom>
            <a:avLst/>
            <a:gdLst/>
            <a:ahLst/>
            <a:cxnLst>
              <a:cxn ang="0">
                <a:pos x="67" y="0"/>
              </a:cxn>
              <a:cxn ang="0">
                <a:pos x="0" y="0"/>
              </a:cxn>
              <a:cxn ang="0">
                <a:pos x="0" y="6"/>
              </a:cxn>
              <a:cxn ang="0">
                <a:pos x="105" y="250"/>
              </a:cxn>
              <a:cxn ang="0">
                <a:pos x="140" y="170"/>
              </a:cxn>
              <a:cxn ang="0">
                <a:pos x="67" y="0"/>
              </a:cxn>
            </a:cxnLst>
            <a:rect l="0" t="0" r="r" b="b"/>
            <a:pathLst>
              <a:path w="140" h="250">
                <a:moveTo>
                  <a:pt x="67" y="0"/>
                </a:moveTo>
                <a:lnTo>
                  <a:pt x="0" y="0"/>
                </a:lnTo>
                <a:lnTo>
                  <a:pt x="0" y="6"/>
                </a:lnTo>
                <a:lnTo>
                  <a:pt x="105" y="250"/>
                </a:lnTo>
                <a:lnTo>
                  <a:pt x="140" y="170"/>
                </a:lnTo>
                <a:lnTo>
                  <a:pt x="67" y="0"/>
                </a:lnTo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035" name="Freeform 11"/>
          <p:cNvSpPr>
            <a:spLocks/>
          </p:cNvSpPr>
          <p:nvPr/>
        </p:nvSpPr>
        <p:spPr bwMode="auto">
          <a:xfrm>
            <a:off x="943292" y="284163"/>
            <a:ext cx="411163" cy="558800"/>
          </a:xfrm>
          <a:custGeom>
            <a:avLst/>
            <a:gdLst/>
            <a:ahLst/>
            <a:cxnLst>
              <a:cxn ang="0">
                <a:pos x="154" y="0"/>
              </a:cxn>
              <a:cxn ang="0">
                <a:pos x="0" y="352"/>
              </a:cxn>
              <a:cxn ang="0">
                <a:pos x="215" y="352"/>
              </a:cxn>
              <a:cxn ang="0">
                <a:pos x="259" y="250"/>
              </a:cxn>
              <a:cxn ang="0">
                <a:pos x="154" y="0"/>
              </a:cxn>
            </a:cxnLst>
            <a:rect l="0" t="0" r="r" b="b"/>
            <a:pathLst>
              <a:path w="259" h="352">
                <a:moveTo>
                  <a:pt x="154" y="0"/>
                </a:moveTo>
                <a:lnTo>
                  <a:pt x="0" y="352"/>
                </a:lnTo>
                <a:lnTo>
                  <a:pt x="215" y="352"/>
                </a:lnTo>
                <a:lnTo>
                  <a:pt x="259" y="250"/>
                </a:lnTo>
                <a:lnTo>
                  <a:pt x="154" y="0"/>
                </a:lnTo>
                <a:close/>
              </a:path>
            </a:pathLst>
          </a:custGeom>
          <a:solidFill>
            <a:srgbClr val="CECECE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036" name="Freeform 12"/>
          <p:cNvSpPr>
            <a:spLocks/>
          </p:cNvSpPr>
          <p:nvPr/>
        </p:nvSpPr>
        <p:spPr bwMode="auto">
          <a:xfrm>
            <a:off x="933768" y="284163"/>
            <a:ext cx="411163" cy="558800"/>
          </a:xfrm>
          <a:custGeom>
            <a:avLst/>
            <a:gdLst/>
            <a:ahLst/>
            <a:cxnLst>
              <a:cxn ang="0">
                <a:pos x="154" y="0"/>
              </a:cxn>
              <a:cxn ang="0">
                <a:pos x="0" y="352"/>
              </a:cxn>
              <a:cxn ang="0">
                <a:pos x="215" y="352"/>
              </a:cxn>
              <a:cxn ang="0">
                <a:pos x="259" y="250"/>
              </a:cxn>
              <a:cxn ang="0">
                <a:pos x="154" y="0"/>
              </a:cxn>
            </a:cxnLst>
            <a:rect l="0" t="0" r="r" b="b"/>
            <a:pathLst>
              <a:path w="259" h="352">
                <a:moveTo>
                  <a:pt x="154" y="0"/>
                </a:moveTo>
                <a:lnTo>
                  <a:pt x="0" y="352"/>
                </a:lnTo>
                <a:lnTo>
                  <a:pt x="215" y="352"/>
                </a:lnTo>
                <a:lnTo>
                  <a:pt x="259" y="250"/>
                </a:lnTo>
                <a:lnTo>
                  <a:pt x="154" y="0"/>
                </a:lnTo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037" name="Freeform 13"/>
          <p:cNvSpPr>
            <a:spLocks/>
          </p:cNvSpPr>
          <p:nvPr/>
        </p:nvSpPr>
        <p:spPr bwMode="auto">
          <a:xfrm>
            <a:off x="273366" y="0"/>
            <a:ext cx="796925" cy="842963"/>
          </a:xfrm>
          <a:custGeom>
            <a:avLst/>
            <a:gdLst/>
            <a:ahLst/>
            <a:cxnLst>
              <a:cxn ang="0">
                <a:pos x="502" y="0"/>
              </a:cxn>
              <a:cxn ang="0">
                <a:pos x="224" y="0"/>
              </a:cxn>
              <a:cxn ang="0">
                <a:pos x="0" y="531"/>
              </a:cxn>
              <a:cxn ang="0">
                <a:pos x="275" y="531"/>
              </a:cxn>
              <a:cxn ang="0">
                <a:pos x="502" y="0"/>
              </a:cxn>
            </a:cxnLst>
            <a:rect l="0" t="0" r="r" b="b"/>
            <a:pathLst>
              <a:path w="502" h="531">
                <a:moveTo>
                  <a:pt x="502" y="0"/>
                </a:moveTo>
                <a:lnTo>
                  <a:pt x="224" y="0"/>
                </a:lnTo>
                <a:lnTo>
                  <a:pt x="0" y="531"/>
                </a:lnTo>
                <a:lnTo>
                  <a:pt x="275" y="531"/>
                </a:lnTo>
                <a:lnTo>
                  <a:pt x="502" y="0"/>
                </a:lnTo>
                <a:close/>
              </a:path>
            </a:pathLst>
          </a:custGeom>
          <a:solidFill>
            <a:srgbClr val="CECECE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038" name="Freeform 14"/>
          <p:cNvSpPr>
            <a:spLocks/>
          </p:cNvSpPr>
          <p:nvPr/>
        </p:nvSpPr>
        <p:spPr bwMode="auto">
          <a:xfrm>
            <a:off x="259080" y="0"/>
            <a:ext cx="796925" cy="842963"/>
          </a:xfrm>
          <a:custGeom>
            <a:avLst/>
            <a:gdLst/>
            <a:ahLst/>
            <a:cxnLst>
              <a:cxn ang="0">
                <a:pos x="502" y="0"/>
              </a:cxn>
              <a:cxn ang="0">
                <a:pos x="224" y="0"/>
              </a:cxn>
              <a:cxn ang="0">
                <a:pos x="0" y="531"/>
              </a:cxn>
              <a:cxn ang="0">
                <a:pos x="275" y="531"/>
              </a:cxn>
              <a:cxn ang="0">
                <a:pos x="502" y="0"/>
              </a:cxn>
            </a:cxnLst>
            <a:rect l="0" t="0" r="r" b="b"/>
            <a:pathLst>
              <a:path w="502" h="531">
                <a:moveTo>
                  <a:pt x="502" y="0"/>
                </a:moveTo>
                <a:lnTo>
                  <a:pt x="224" y="0"/>
                </a:lnTo>
                <a:lnTo>
                  <a:pt x="0" y="531"/>
                </a:lnTo>
                <a:lnTo>
                  <a:pt x="275" y="531"/>
                </a:lnTo>
                <a:lnTo>
                  <a:pt x="502" y="0"/>
                </a:lnTo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039" name="Freeform 15"/>
          <p:cNvSpPr>
            <a:spLocks/>
          </p:cNvSpPr>
          <p:nvPr/>
        </p:nvSpPr>
        <p:spPr bwMode="auto">
          <a:xfrm>
            <a:off x="1406843" y="0"/>
            <a:ext cx="233363" cy="26987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73" y="170"/>
              </a:cxn>
              <a:cxn ang="0">
                <a:pos x="147" y="0"/>
              </a:cxn>
              <a:cxn ang="0">
                <a:pos x="0" y="0"/>
              </a:cxn>
            </a:cxnLst>
            <a:rect l="0" t="0" r="r" b="b"/>
            <a:pathLst>
              <a:path w="147" h="170">
                <a:moveTo>
                  <a:pt x="0" y="0"/>
                </a:moveTo>
                <a:lnTo>
                  <a:pt x="73" y="170"/>
                </a:lnTo>
                <a:lnTo>
                  <a:pt x="147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040" name="Freeform 16"/>
          <p:cNvSpPr>
            <a:spLocks/>
          </p:cNvSpPr>
          <p:nvPr/>
        </p:nvSpPr>
        <p:spPr bwMode="auto">
          <a:xfrm>
            <a:off x="1406843" y="0"/>
            <a:ext cx="233363" cy="26987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73" y="170"/>
              </a:cxn>
              <a:cxn ang="0">
                <a:pos x="147" y="0"/>
              </a:cxn>
              <a:cxn ang="0">
                <a:pos x="0" y="0"/>
              </a:cxn>
            </a:cxnLst>
            <a:rect l="0" t="0" r="r" b="b"/>
            <a:pathLst>
              <a:path w="147" h="170">
                <a:moveTo>
                  <a:pt x="0" y="0"/>
                </a:moveTo>
                <a:lnTo>
                  <a:pt x="73" y="170"/>
                </a:lnTo>
                <a:lnTo>
                  <a:pt x="147" y="0"/>
                </a:lnTo>
                <a:lnTo>
                  <a:pt x="0" y="0"/>
                </a:lnTo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041" name="Freeform 17"/>
          <p:cNvSpPr>
            <a:spLocks/>
          </p:cNvSpPr>
          <p:nvPr/>
        </p:nvSpPr>
        <p:spPr bwMode="auto">
          <a:xfrm>
            <a:off x="1409224" y="0"/>
            <a:ext cx="233363" cy="269875"/>
          </a:xfrm>
          <a:custGeom>
            <a:avLst/>
            <a:gdLst/>
            <a:ahLst/>
            <a:cxnLst>
              <a:cxn ang="0">
                <a:pos x="147" y="0"/>
              </a:cxn>
              <a:cxn ang="0">
                <a:pos x="0" y="0"/>
              </a:cxn>
              <a:cxn ang="0">
                <a:pos x="73" y="170"/>
              </a:cxn>
              <a:cxn ang="0">
                <a:pos x="147" y="0"/>
              </a:cxn>
            </a:cxnLst>
            <a:rect l="0" t="0" r="r" b="b"/>
            <a:pathLst>
              <a:path w="147" h="170">
                <a:moveTo>
                  <a:pt x="147" y="0"/>
                </a:moveTo>
                <a:lnTo>
                  <a:pt x="0" y="0"/>
                </a:lnTo>
                <a:lnTo>
                  <a:pt x="73" y="170"/>
                </a:lnTo>
                <a:lnTo>
                  <a:pt x="147" y="0"/>
                </a:lnTo>
                <a:close/>
              </a:path>
            </a:pathLst>
          </a:custGeom>
          <a:solidFill>
            <a:srgbClr val="9B9B9B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042" name="Freeform 18"/>
          <p:cNvSpPr>
            <a:spLocks/>
          </p:cNvSpPr>
          <p:nvPr/>
        </p:nvSpPr>
        <p:spPr bwMode="auto">
          <a:xfrm>
            <a:off x="1406843" y="0"/>
            <a:ext cx="233363" cy="269875"/>
          </a:xfrm>
          <a:custGeom>
            <a:avLst/>
            <a:gdLst/>
            <a:ahLst/>
            <a:cxnLst>
              <a:cxn ang="0">
                <a:pos x="147" y="0"/>
              </a:cxn>
              <a:cxn ang="0">
                <a:pos x="0" y="0"/>
              </a:cxn>
              <a:cxn ang="0">
                <a:pos x="73" y="170"/>
              </a:cxn>
              <a:cxn ang="0">
                <a:pos x="147" y="0"/>
              </a:cxn>
            </a:cxnLst>
            <a:rect l="0" t="0" r="r" b="b"/>
            <a:pathLst>
              <a:path w="147" h="170">
                <a:moveTo>
                  <a:pt x="147" y="0"/>
                </a:moveTo>
                <a:lnTo>
                  <a:pt x="0" y="0"/>
                </a:lnTo>
                <a:lnTo>
                  <a:pt x="73" y="170"/>
                </a:lnTo>
                <a:lnTo>
                  <a:pt x="147" y="0"/>
                </a:lnTo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043" name="Freeform 19"/>
          <p:cNvSpPr>
            <a:spLocks/>
          </p:cNvSpPr>
          <p:nvPr/>
        </p:nvSpPr>
        <p:spPr bwMode="auto">
          <a:xfrm>
            <a:off x="1185386" y="9525"/>
            <a:ext cx="288925" cy="671513"/>
          </a:xfrm>
          <a:custGeom>
            <a:avLst/>
            <a:gdLst/>
            <a:ahLst/>
            <a:cxnLst>
              <a:cxn ang="0">
                <a:pos x="77" y="0"/>
              </a:cxn>
              <a:cxn ang="0">
                <a:pos x="0" y="173"/>
              </a:cxn>
              <a:cxn ang="0">
                <a:pos x="105" y="423"/>
              </a:cxn>
              <a:cxn ang="0">
                <a:pos x="182" y="244"/>
              </a:cxn>
              <a:cxn ang="0">
                <a:pos x="77" y="0"/>
              </a:cxn>
            </a:cxnLst>
            <a:rect l="0" t="0" r="r" b="b"/>
            <a:pathLst>
              <a:path w="182" h="423">
                <a:moveTo>
                  <a:pt x="77" y="0"/>
                </a:moveTo>
                <a:lnTo>
                  <a:pt x="0" y="173"/>
                </a:lnTo>
                <a:lnTo>
                  <a:pt x="105" y="423"/>
                </a:lnTo>
                <a:lnTo>
                  <a:pt x="182" y="244"/>
                </a:lnTo>
                <a:lnTo>
                  <a:pt x="77" y="0"/>
                </a:lnTo>
                <a:close/>
              </a:path>
            </a:pathLst>
          </a:custGeom>
          <a:solidFill>
            <a:srgbClr val="ACACAC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044" name="Freeform 20"/>
          <p:cNvSpPr>
            <a:spLocks/>
          </p:cNvSpPr>
          <p:nvPr/>
        </p:nvSpPr>
        <p:spPr bwMode="auto">
          <a:xfrm>
            <a:off x="1178243" y="9525"/>
            <a:ext cx="288925" cy="671513"/>
          </a:xfrm>
          <a:custGeom>
            <a:avLst/>
            <a:gdLst/>
            <a:ahLst/>
            <a:cxnLst>
              <a:cxn ang="0">
                <a:pos x="77" y="0"/>
              </a:cxn>
              <a:cxn ang="0">
                <a:pos x="0" y="173"/>
              </a:cxn>
              <a:cxn ang="0">
                <a:pos x="105" y="423"/>
              </a:cxn>
              <a:cxn ang="0">
                <a:pos x="182" y="244"/>
              </a:cxn>
              <a:cxn ang="0">
                <a:pos x="77" y="0"/>
              </a:cxn>
            </a:cxnLst>
            <a:rect l="0" t="0" r="r" b="b"/>
            <a:pathLst>
              <a:path w="182" h="423">
                <a:moveTo>
                  <a:pt x="77" y="0"/>
                </a:moveTo>
                <a:lnTo>
                  <a:pt x="0" y="173"/>
                </a:lnTo>
                <a:lnTo>
                  <a:pt x="105" y="423"/>
                </a:lnTo>
                <a:lnTo>
                  <a:pt x="182" y="244"/>
                </a:lnTo>
                <a:lnTo>
                  <a:pt x="77" y="0"/>
                </a:lnTo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045" name="Freeform 21"/>
          <p:cNvSpPr>
            <a:spLocks/>
          </p:cNvSpPr>
          <p:nvPr/>
        </p:nvSpPr>
        <p:spPr bwMode="auto">
          <a:xfrm>
            <a:off x="1294130" y="0"/>
            <a:ext cx="6350" cy="9525"/>
          </a:xfrm>
          <a:custGeom>
            <a:avLst/>
            <a:gdLst/>
            <a:ahLst/>
            <a:cxnLst>
              <a:cxn ang="0">
                <a:pos x="4" y="0"/>
              </a:cxn>
              <a:cxn ang="0">
                <a:pos x="0" y="0"/>
              </a:cxn>
              <a:cxn ang="0">
                <a:pos x="4" y="6"/>
              </a:cxn>
              <a:cxn ang="0">
                <a:pos x="4" y="0"/>
              </a:cxn>
            </a:cxnLst>
            <a:rect l="0" t="0" r="r" b="b"/>
            <a:pathLst>
              <a:path w="4" h="6">
                <a:moveTo>
                  <a:pt x="4" y="0"/>
                </a:moveTo>
                <a:lnTo>
                  <a:pt x="0" y="0"/>
                </a:lnTo>
                <a:lnTo>
                  <a:pt x="4" y="6"/>
                </a:lnTo>
                <a:lnTo>
                  <a:pt x="4" y="0"/>
                </a:lnTo>
                <a:close/>
              </a:path>
            </a:pathLst>
          </a:custGeom>
          <a:solidFill>
            <a:srgbClr val="ACACAC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046" name="Freeform 22"/>
          <p:cNvSpPr>
            <a:spLocks/>
          </p:cNvSpPr>
          <p:nvPr/>
        </p:nvSpPr>
        <p:spPr bwMode="auto">
          <a:xfrm>
            <a:off x="1294130" y="0"/>
            <a:ext cx="6350" cy="9525"/>
          </a:xfrm>
          <a:custGeom>
            <a:avLst/>
            <a:gdLst/>
            <a:ahLst/>
            <a:cxnLst>
              <a:cxn ang="0">
                <a:pos x="4" y="0"/>
              </a:cxn>
              <a:cxn ang="0">
                <a:pos x="0" y="0"/>
              </a:cxn>
              <a:cxn ang="0">
                <a:pos x="4" y="6"/>
              </a:cxn>
              <a:cxn ang="0">
                <a:pos x="4" y="0"/>
              </a:cxn>
            </a:cxnLst>
            <a:rect l="0" t="0" r="r" b="b"/>
            <a:pathLst>
              <a:path w="4" h="6">
                <a:moveTo>
                  <a:pt x="4" y="0"/>
                </a:moveTo>
                <a:lnTo>
                  <a:pt x="0" y="0"/>
                </a:lnTo>
                <a:lnTo>
                  <a:pt x="4" y="6"/>
                </a:lnTo>
                <a:lnTo>
                  <a:pt x="4" y="0"/>
                </a:lnTo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047" name="Freeform 23"/>
          <p:cNvSpPr>
            <a:spLocks/>
          </p:cNvSpPr>
          <p:nvPr/>
        </p:nvSpPr>
        <p:spPr bwMode="auto">
          <a:xfrm>
            <a:off x="707548" y="0"/>
            <a:ext cx="482600" cy="842963"/>
          </a:xfrm>
          <a:custGeom>
            <a:avLst/>
            <a:gdLst/>
            <a:ahLst/>
            <a:cxnLst>
              <a:cxn ang="0">
                <a:pos x="227" y="0"/>
              </a:cxn>
              <a:cxn ang="0">
                <a:pos x="227" y="0"/>
              </a:cxn>
              <a:cxn ang="0">
                <a:pos x="0" y="531"/>
              </a:cxn>
              <a:cxn ang="0">
                <a:pos x="150" y="531"/>
              </a:cxn>
              <a:cxn ang="0">
                <a:pos x="304" y="179"/>
              </a:cxn>
              <a:cxn ang="0">
                <a:pos x="227" y="0"/>
              </a:cxn>
            </a:cxnLst>
            <a:rect l="0" t="0" r="r" b="b"/>
            <a:pathLst>
              <a:path w="304" h="531">
                <a:moveTo>
                  <a:pt x="227" y="0"/>
                </a:moveTo>
                <a:lnTo>
                  <a:pt x="227" y="0"/>
                </a:lnTo>
                <a:lnTo>
                  <a:pt x="0" y="531"/>
                </a:lnTo>
                <a:lnTo>
                  <a:pt x="150" y="531"/>
                </a:lnTo>
                <a:lnTo>
                  <a:pt x="304" y="179"/>
                </a:lnTo>
                <a:lnTo>
                  <a:pt x="227" y="0"/>
                </a:lnTo>
                <a:close/>
              </a:path>
            </a:pathLst>
          </a:custGeom>
          <a:solidFill>
            <a:srgbClr val="ACACAC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048" name="Freeform 24"/>
          <p:cNvSpPr>
            <a:spLocks/>
          </p:cNvSpPr>
          <p:nvPr/>
        </p:nvSpPr>
        <p:spPr bwMode="auto">
          <a:xfrm>
            <a:off x="695643" y="0"/>
            <a:ext cx="482600" cy="842963"/>
          </a:xfrm>
          <a:custGeom>
            <a:avLst/>
            <a:gdLst/>
            <a:ahLst/>
            <a:cxnLst>
              <a:cxn ang="0">
                <a:pos x="227" y="0"/>
              </a:cxn>
              <a:cxn ang="0">
                <a:pos x="227" y="0"/>
              </a:cxn>
              <a:cxn ang="0">
                <a:pos x="0" y="531"/>
              </a:cxn>
              <a:cxn ang="0">
                <a:pos x="150" y="531"/>
              </a:cxn>
              <a:cxn ang="0">
                <a:pos x="304" y="179"/>
              </a:cxn>
              <a:cxn ang="0">
                <a:pos x="227" y="0"/>
              </a:cxn>
            </a:cxnLst>
            <a:rect l="0" t="0" r="r" b="b"/>
            <a:pathLst>
              <a:path w="304" h="531">
                <a:moveTo>
                  <a:pt x="227" y="0"/>
                </a:moveTo>
                <a:lnTo>
                  <a:pt x="227" y="0"/>
                </a:lnTo>
                <a:lnTo>
                  <a:pt x="0" y="531"/>
                </a:lnTo>
                <a:lnTo>
                  <a:pt x="150" y="531"/>
                </a:lnTo>
                <a:lnTo>
                  <a:pt x="304" y="179"/>
                </a:lnTo>
                <a:lnTo>
                  <a:pt x="227" y="0"/>
                </a:lnTo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049" name="Freeform 25"/>
          <p:cNvSpPr>
            <a:spLocks/>
          </p:cNvSpPr>
          <p:nvPr/>
        </p:nvSpPr>
        <p:spPr bwMode="auto">
          <a:xfrm>
            <a:off x="1065529" y="0"/>
            <a:ext cx="244475" cy="284163"/>
          </a:xfrm>
          <a:custGeom>
            <a:avLst/>
            <a:gdLst/>
            <a:ahLst/>
            <a:cxnLst>
              <a:cxn ang="0">
                <a:pos x="150" y="0"/>
              </a:cxn>
              <a:cxn ang="0">
                <a:pos x="0" y="0"/>
              </a:cxn>
              <a:cxn ang="0">
                <a:pos x="77" y="179"/>
              </a:cxn>
              <a:cxn ang="0">
                <a:pos x="154" y="6"/>
              </a:cxn>
              <a:cxn ang="0">
                <a:pos x="150" y="0"/>
              </a:cxn>
            </a:cxnLst>
            <a:rect l="0" t="0" r="r" b="b"/>
            <a:pathLst>
              <a:path w="154" h="179">
                <a:moveTo>
                  <a:pt x="150" y="0"/>
                </a:moveTo>
                <a:lnTo>
                  <a:pt x="0" y="0"/>
                </a:lnTo>
                <a:lnTo>
                  <a:pt x="77" y="179"/>
                </a:lnTo>
                <a:lnTo>
                  <a:pt x="154" y="6"/>
                </a:lnTo>
                <a:lnTo>
                  <a:pt x="150" y="0"/>
                </a:lnTo>
                <a:close/>
              </a:path>
            </a:pathLst>
          </a:custGeom>
          <a:solidFill>
            <a:srgbClr val="90909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050" name="Freeform 26"/>
          <p:cNvSpPr>
            <a:spLocks/>
          </p:cNvSpPr>
          <p:nvPr/>
        </p:nvSpPr>
        <p:spPr bwMode="auto">
          <a:xfrm>
            <a:off x="1056005" y="0"/>
            <a:ext cx="244475" cy="284163"/>
          </a:xfrm>
          <a:custGeom>
            <a:avLst/>
            <a:gdLst/>
            <a:ahLst/>
            <a:cxnLst>
              <a:cxn ang="0">
                <a:pos x="150" y="0"/>
              </a:cxn>
              <a:cxn ang="0">
                <a:pos x="0" y="0"/>
              </a:cxn>
              <a:cxn ang="0">
                <a:pos x="77" y="179"/>
              </a:cxn>
              <a:cxn ang="0">
                <a:pos x="154" y="6"/>
              </a:cxn>
              <a:cxn ang="0">
                <a:pos x="150" y="0"/>
              </a:cxn>
            </a:cxnLst>
            <a:rect l="0" t="0" r="r" b="b"/>
            <a:pathLst>
              <a:path w="154" h="179">
                <a:moveTo>
                  <a:pt x="150" y="0"/>
                </a:moveTo>
                <a:lnTo>
                  <a:pt x="0" y="0"/>
                </a:lnTo>
                <a:lnTo>
                  <a:pt x="77" y="179"/>
                </a:lnTo>
                <a:lnTo>
                  <a:pt x="154" y="6"/>
                </a:lnTo>
                <a:lnTo>
                  <a:pt x="150" y="0"/>
                </a:lnTo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051" name="Rectangle 27"/>
          <p:cNvSpPr>
            <a:spLocks noChangeArrowheads="1"/>
          </p:cNvSpPr>
          <p:nvPr/>
        </p:nvSpPr>
        <p:spPr bwMode="auto">
          <a:xfrm>
            <a:off x="1056005" y="0"/>
            <a:ext cx="1588" cy="1588"/>
          </a:xfrm>
          <a:prstGeom prst="rect">
            <a:avLst/>
          </a:prstGeom>
          <a:solidFill>
            <a:srgbClr val="ACACAC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052" name="Freeform 28"/>
          <p:cNvSpPr>
            <a:spLocks/>
          </p:cNvSpPr>
          <p:nvPr/>
        </p:nvSpPr>
        <p:spPr bwMode="auto">
          <a:xfrm>
            <a:off x="1056005" y="0"/>
            <a:ext cx="1588" cy="158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54" r:id="rId2"/>
    <p:sldLayoutId id="2147483763" r:id="rId3"/>
    <p:sldLayoutId id="2147483751" r:id="rId4"/>
    <p:sldLayoutId id="2147483752" r:id="rId5"/>
    <p:sldLayoutId id="2147483753" r:id="rId6"/>
    <p:sldLayoutId id="2147483750" r:id="rId7"/>
    <p:sldLayoutId id="2147483739" r:id="rId8"/>
    <p:sldLayoutId id="2147483712" r:id="rId9"/>
    <p:sldLayoutId id="2147483710" r:id="rId10"/>
    <p:sldLayoutId id="2147483735" r:id="rId11"/>
    <p:sldLayoutId id="2147483736" r:id="rId12"/>
    <p:sldLayoutId id="2147483727" r:id="rId13"/>
    <p:sldLayoutId id="2147483728" r:id="rId14"/>
    <p:sldLayoutId id="2147483726" r:id="rId15"/>
    <p:sldLayoutId id="2147483729" r:id="rId16"/>
    <p:sldLayoutId id="2147483730" r:id="rId17"/>
    <p:sldLayoutId id="2147483731" r:id="rId18"/>
    <p:sldLayoutId id="2147483732" r:id="rId19"/>
    <p:sldLayoutId id="2147483733" r:id="rId20"/>
    <p:sldLayoutId id="2147483734" r:id="rId21"/>
    <p:sldLayoutId id="2147483742" r:id="rId22"/>
    <p:sldLayoutId id="2147483743" r:id="rId23"/>
    <p:sldLayoutId id="2147483744" r:id="rId24"/>
    <p:sldLayoutId id="2147483745" r:id="rId25"/>
    <p:sldLayoutId id="2147483746" r:id="rId26"/>
    <p:sldLayoutId id="2147483747" r:id="rId27"/>
    <p:sldLayoutId id="2147483755" r:id="rId28"/>
    <p:sldLayoutId id="2147483756" r:id="rId29"/>
    <p:sldLayoutId id="2147483757" r:id="rId30"/>
    <p:sldLayoutId id="2147483758" r:id="rId31"/>
    <p:sldLayoutId id="2147483759" r:id="rId32"/>
    <p:sldLayoutId id="2147483760" r:id="rId33"/>
    <p:sldLayoutId id="2147483761" r:id="rId34"/>
    <p:sldLayoutId id="2147483748" r:id="rId35"/>
    <p:sldLayoutId id="2147483749" r:id="rId36"/>
    <p:sldLayoutId id="2147483762" r:id="rId37"/>
  </p:sldLayoutIdLst>
  <p:hf hdr="0" dt="0"/>
  <p:txStyles>
    <p:titleStyle>
      <a:lvl1pPr algn="l" defTabSz="957263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+mj-lt"/>
          <a:ea typeface="+mj-ea"/>
          <a:cs typeface="Arial Unicode MS" pitchFamily="34" charset="-128"/>
        </a:defRPr>
      </a:lvl1pPr>
      <a:lvl2pPr algn="l" defTabSz="957263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ea typeface="Arial Unicode MS" pitchFamily="34" charset="-128"/>
          <a:cs typeface="Arial Unicode MS" pitchFamily="34" charset="-128"/>
        </a:defRPr>
      </a:lvl2pPr>
      <a:lvl3pPr algn="l" defTabSz="957263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ea typeface="Arial Unicode MS" pitchFamily="34" charset="-128"/>
          <a:cs typeface="Arial Unicode MS" pitchFamily="34" charset="-128"/>
        </a:defRPr>
      </a:lvl3pPr>
      <a:lvl4pPr algn="l" defTabSz="957263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ea typeface="Arial Unicode MS" pitchFamily="34" charset="-128"/>
          <a:cs typeface="Arial Unicode MS" pitchFamily="34" charset="-128"/>
        </a:defRPr>
      </a:lvl4pPr>
      <a:lvl5pPr algn="l" defTabSz="957263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  <a:ea typeface="Arial Unicode MS" pitchFamily="34" charset="-128"/>
          <a:cs typeface="Arial Unicode MS" pitchFamily="34" charset="-128"/>
        </a:defRPr>
      </a:lvl5pPr>
      <a:lvl6pPr marL="457200" algn="l" defTabSz="957263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6pPr>
      <a:lvl7pPr marL="914400" algn="l" defTabSz="957263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7pPr>
      <a:lvl8pPr marL="1371600" algn="l" defTabSz="957263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8pPr>
      <a:lvl9pPr marL="1828800" algn="l" defTabSz="957263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9pPr>
    </p:titleStyle>
    <p:bodyStyle>
      <a:lvl1pPr algn="l" defTabSz="957263" rtl="0" eaLnBrk="1" fontAlgn="base" hangingPunct="1">
        <a:spcBef>
          <a:spcPct val="45000"/>
        </a:spcBef>
        <a:spcAft>
          <a:spcPct val="45000"/>
        </a:spcAft>
        <a:buClr>
          <a:srgbClr val="CC3300"/>
        </a:buClr>
        <a:defRPr sz="1200">
          <a:solidFill>
            <a:schemeClr val="tx1"/>
          </a:solidFill>
          <a:latin typeface="+mn-lt"/>
          <a:ea typeface="+mn-ea"/>
          <a:cs typeface="Arial Unicode MS" pitchFamily="34" charset="-128"/>
        </a:defRPr>
      </a:lvl1pPr>
      <a:lvl2pPr marL="244475" indent="-242888" algn="l" defTabSz="957263" rtl="0" eaLnBrk="1" fontAlgn="base" hangingPunct="1">
        <a:spcBef>
          <a:spcPct val="15000"/>
        </a:spcBef>
        <a:spcAft>
          <a:spcPct val="15000"/>
        </a:spcAft>
        <a:buClr>
          <a:schemeClr val="accent1"/>
        </a:buClr>
        <a:buSzPct val="70000"/>
        <a:buFont typeface="Wingdings" pitchFamily="2" charset="2"/>
        <a:buChar char="n"/>
        <a:defRPr sz="1200">
          <a:solidFill>
            <a:schemeClr val="tx1"/>
          </a:solidFill>
          <a:latin typeface="+mn-lt"/>
          <a:ea typeface="Arial Unicode MS" pitchFamily="34" charset="-128"/>
          <a:cs typeface="Arial Unicode MS" pitchFamily="34" charset="-128"/>
        </a:defRPr>
      </a:lvl2pPr>
      <a:lvl3pPr marL="406400" indent="-160338" algn="l" defTabSz="957263" rtl="0" eaLnBrk="1" fontAlgn="base" hangingPunct="1">
        <a:spcBef>
          <a:spcPct val="15000"/>
        </a:spcBef>
        <a:spcAft>
          <a:spcPct val="15000"/>
        </a:spcAft>
        <a:buClr>
          <a:schemeClr val="accent1"/>
        </a:buClr>
        <a:buFont typeface="Symbol" pitchFamily="18" charset="2"/>
        <a:buChar char="-"/>
        <a:defRPr sz="1200">
          <a:solidFill>
            <a:schemeClr val="tx1"/>
          </a:solidFill>
          <a:latin typeface="+mn-lt"/>
          <a:ea typeface="Arial Unicode MS" pitchFamily="34" charset="-128"/>
          <a:cs typeface="Arial Unicode MS" pitchFamily="34" charset="-128"/>
        </a:defRPr>
      </a:lvl3pPr>
      <a:lvl4pPr marL="547688" indent="-139700" algn="l" defTabSz="957263" rtl="0" eaLnBrk="1" fontAlgn="base" hangingPunct="1">
        <a:spcBef>
          <a:spcPct val="15000"/>
        </a:spcBef>
        <a:spcAft>
          <a:spcPct val="15000"/>
        </a:spcAft>
        <a:buClr>
          <a:schemeClr val="accent1"/>
        </a:buClr>
        <a:buFont typeface="Symbol" pitchFamily="18" charset="2"/>
        <a:buChar char="-"/>
        <a:defRPr sz="1200">
          <a:solidFill>
            <a:schemeClr val="tx1"/>
          </a:solidFill>
          <a:latin typeface="+mn-lt"/>
          <a:ea typeface="Arial Unicode MS" pitchFamily="34" charset="-128"/>
          <a:cs typeface="Arial Unicode MS" pitchFamily="34" charset="-128"/>
        </a:defRPr>
      </a:lvl4pPr>
      <a:lvl5pPr marL="731838" indent="-182563" algn="l" defTabSz="957263" rtl="0" eaLnBrk="1" fontAlgn="base" hangingPunct="1">
        <a:spcBef>
          <a:spcPct val="15000"/>
        </a:spcBef>
        <a:spcAft>
          <a:spcPct val="15000"/>
        </a:spcAft>
        <a:buClr>
          <a:schemeClr val="accent1"/>
        </a:buClr>
        <a:buFont typeface="Symbol" pitchFamily="18" charset="2"/>
        <a:buChar char="-"/>
        <a:defRPr sz="1200">
          <a:solidFill>
            <a:schemeClr val="tx1"/>
          </a:solidFill>
          <a:latin typeface="+mn-lt"/>
          <a:ea typeface="Arial Unicode MS" pitchFamily="34" charset="-128"/>
          <a:cs typeface="Arial Unicode MS" pitchFamily="34" charset="-128"/>
        </a:defRPr>
      </a:lvl5pPr>
      <a:lvl6pPr marL="1189038" indent="-182563" algn="l" defTabSz="957263" rtl="0" eaLnBrk="1" fontAlgn="base" hangingPunct="1">
        <a:spcBef>
          <a:spcPct val="15000"/>
        </a:spcBef>
        <a:spcAft>
          <a:spcPct val="15000"/>
        </a:spcAft>
        <a:buClr>
          <a:schemeClr val="accent1"/>
        </a:buClr>
        <a:buFont typeface="Symbol" pitchFamily="18" charset="2"/>
        <a:buChar char="-"/>
        <a:defRPr sz="1200">
          <a:solidFill>
            <a:schemeClr val="tx1"/>
          </a:solidFill>
          <a:latin typeface="+mn-lt"/>
        </a:defRPr>
      </a:lvl6pPr>
      <a:lvl7pPr marL="1646238" indent="-182563" algn="l" defTabSz="957263" rtl="0" eaLnBrk="1" fontAlgn="base" hangingPunct="1">
        <a:spcBef>
          <a:spcPct val="15000"/>
        </a:spcBef>
        <a:spcAft>
          <a:spcPct val="15000"/>
        </a:spcAft>
        <a:buClr>
          <a:schemeClr val="accent1"/>
        </a:buClr>
        <a:buFont typeface="Symbol" pitchFamily="18" charset="2"/>
        <a:buChar char="-"/>
        <a:defRPr sz="1200">
          <a:solidFill>
            <a:schemeClr val="tx1"/>
          </a:solidFill>
          <a:latin typeface="+mn-lt"/>
        </a:defRPr>
      </a:lvl7pPr>
      <a:lvl8pPr marL="2103438" indent="-182563" algn="l" defTabSz="957263" rtl="0" eaLnBrk="1" fontAlgn="base" hangingPunct="1">
        <a:spcBef>
          <a:spcPct val="15000"/>
        </a:spcBef>
        <a:spcAft>
          <a:spcPct val="15000"/>
        </a:spcAft>
        <a:buClr>
          <a:schemeClr val="accent1"/>
        </a:buClr>
        <a:buFont typeface="Symbol" pitchFamily="18" charset="2"/>
        <a:buChar char="-"/>
        <a:defRPr sz="1200">
          <a:solidFill>
            <a:schemeClr val="tx1"/>
          </a:solidFill>
          <a:latin typeface="+mn-lt"/>
        </a:defRPr>
      </a:lvl8pPr>
      <a:lvl9pPr marL="2560638" indent="-182563" algn="l" defTabSz="957263" rtl="0" eaLnBrk="1" fontAlgn="base" hangingPunct="1">
        <a:spcBef>
          <a:spcPct val="15000"/>
        </a:spcBef>
        <a:spcAft>
          <a:spcPct val="15000"/>
        </a:spcAft>
        <a:buClr>
          <a:schemeClr val="accent1"/>
        </a:buClr>
        <a:buFont typeface="Symbol" pitchFamily="18" charset="2"/>
        <a:buChar char="-"/>
        <a:defRPr sz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cid:nomura-banner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Aug 2019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smtClean="0"/>
              <a:t>Real Time </a:t>
            </a:r>
            <a:r>
              <a:rPr lang="en-US" sz="2800" dirty="0" smtClean="0"/>
              <a:t>Recon Tool</a:t>
            </a:r>
            <a:endParaRPr lang="en-US" sz="280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 smtClean="0"/>
              <a:t>GMIT</a:t>
            </a:r>
          </a:p>
          <a:p>
            <a:r>
              <a:rPr lang="en-US" dirty="0" smtClean="0"/>
              <a:t>NEE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 smtClean="0"/>
              <a:t>Yu Tong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361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1143000"/>
            <a:ext cx="3657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Background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Real Time Recon Tool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Extension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Conclusion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310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/>
            <a:fld id="{B1F92669-E9AC-495A-9485-4D654D029480}" type="slidenum">
              <a:rPr lang="en-GB" smtClean="0"/>
              <a:pPr algn="r"/>
              <a:t>2</a:t>
            </a:fld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1143000"/>
            <a:ext cx="9360000" cy="4736224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/>
              <a:t>Reference Data(Static Data):</a:t>
            </a:r>
          </a:p>
          <a:p>
            <a:pPr lvl="1" indent="0">
              <a:buNone/>
            </a:pPr>
            <a:r>
              <a:rPr lang="en-US" sz="1600" dirty="0" smtClean="0"/>
              <a:t>Do </a:t>
            </a:r>
            <a:r>
              <a:rPr lang="en-US" sz="1600" dirty="0"/>
              <a:t>not change relatively to the market and are mostly not changing intra day. </a:t>
            </a:r>
            <a:endParaRPr lang="en-US" sz="1600" dirty="0" smtClean="0"/>
          </a:p>
          <a:p>
            <a:pPr lvl="1" indent="0">
              <a:buNone/>
            </a:pPr>
            <a:r>
              <a:rPr lang="en-US" sz="1600" dirty="0" smtClean="0"/>
              <a:t>Includes </a:t>
            </a:r>
            <a:r>
              <a:rPr lang="en-US" sz="1600" dirty="0"/>
              <a:t>security definition and client information. </a:t>
            </a:r>
          </a:p>
          <a:p>
            <a:pPr marL="465138" lvl="1" indent="-285750"/>
            <a:r>
              <a:rPr lang="en-US" sz="1600" dirty="0" smtClean="0"/>
              <a:t>Lot Size</a:t>
            </a:r>
          </a:p>
          <a:p>
            <a:pPr marL="465138" lvl="1" indent="-285750"/>
            <a:r>
              <a:rPr lang="en-US" sz="1600" dirty="0" smtClean="0"/>
              <a:t>Closing Price</a:t>
            </a:r>
          </a:p>
          <a:p>
            <a:pPr marL="465138" lvl="1" indent="-285750"/>
            <a:r>
              <a:rPr lang="en-US" sz="1600" dirty="0" smtClean="0"/>
              <a:t>…</a:t>
            </a:r>
            <a:endParaRPr lang="en-US" sz="1600" dirty="0" smtClean="0"/>
          </a:p>
          <a:p>
            <a:pPr lvl="1" indent="0">
              <a:buNone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/>
              <a:t>NX system is a dark pool trading system in Japan. Product includes future, equity.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/>
              <a:t>Takara Migration</a:t>
            </a:r>
          </a:p>
          <a:p>
            <a:pPr marL="350838" lvl="1" indent="-171450">
              <a:buFont typeface="Arial" panose="020B0604020202020204" pitchFamily="34" charset="0"/>
              <a:buChar char="•"/>
            </a:pPr>
            <a:r>
              <a:rPr lang="en-US" dirty="0" smtClean="0"/>
              <a:t>JSDS </a:t>
            </a:r>
            <a:r>
              <a:rPr lang="en-US" dirty="0" smtClean="0"/>
              <a:t>to</a:t>
            </a:r>
            <a:r>
              <a:rPr lang="en-US" dirty="0" smtClean="0"/>
              <a:t> Takara</a:t>
            </a:r>
            <a:endParaRPr lang="en-US" dirty="0" smtClean="0"/>
          </a:p>
          <a:p>
            <a:pPr lvl="1" indent="0">
              <a:buNone/>
            </a:pPr>
            <a:endParaRPr lang="en-US" dirty="0" smtClean="0"/>
          </a:p>
          <a:p>
            <a:pPr lvl="1" indent="0">
              <a:buNone/>
            </a:pPr>
            <a:r>
              <a:rPr lang="en-US" dirty="0" smtClean="0"/>
              <a:t>How to ensure data quality during migration? – Recon Tool</a:t>
            </a:r>
            <a:endParaRPr lang="en-US" dirty="0" smtClean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Background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3932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/>
            <a:fld id="{B1F92669-E9AC-495A-9485-4D654D029480}" type="slidenum">
              <a:rPr lang="en-GB" smtClean="0"/>
              <a:pPr algn="r"/>
              <a:t>3</a:t>
            </a:fld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1143000"/>
            <a:ext cx="9360000" cy="4736224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Recon Tool </a:t>
            </a:r>
          </a:p>
          <a:p>
            <a:pPr lvl="1" indent="0">
              <a:buNone/>
            </a:pPr>
            <a:r>
              <a:rPr lang="en-US" dirty="0" smtClean="0"/>
              <a:t>Running at the end of day</a:t>
            </a:r>
            <a:endParaRPr lang="en-US" dirty="0" smtClean="0"/>
          </a:p>
          <a:p>
            <a:pPr marL="350838" lvl="1" indent="-171450">
              <a:buFont typeface="Arial" panose="020B0604020202020204" pitchFamily="34" charset="0"/>
              <a:buChar char="•"/>
            </a:pPr>
            <a:r>
              <a:rPr lang="en-US" sz="2000" dirty="0" smtClean="0"/>
              <a:t>Limitations:</a:t>
            </a:r>
          </a:p>
          <a:p>
            <a:pPr marL="528638" lvl="2" indent="-171450">
              <a:buFont typeface="Arial" panose="020B0604020202020204" pitchFamily="34" charset="0"/>
              <a:buChar char="•"/>
            </a:pPr>
            <a:r>
              <a:rPr lang="en-US" sz="2000" dirty="0" smtClean="0"/>
              <a:t>Real time demand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Background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294543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/>
            <a:fld id="{B1F92669-E9AC-495A-9485-4D654D029480}" type="slidenum">
              <a:rPr lang="en-GB" smtClean="0"/>
              <a:pPr algn="r"/>
              <a:t>4</a:t>
            </a:fld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1143000"/>
            <a:ext cx="9360000" cy="4736224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Analysis</a:t>
            </a:r>
            <a:endParaRPr lang="en-US" dirty="0" smtClean="0"/>
          </a:p>
          <a:p>
            <a:pPr marL="350838" lvl="1" indent="-171450">
              <a:buFont typeface="Arial" panose="020B0604020202020204" pitchFamily="34" charset="0"/>
              <a:buChar char="•"/>
            </a:pPr>
            <a:r>
              <a:rPr lang="en-US" dirty="0" smtClean="0"/>
              <a:t>Listen </a:t>
            </a:r>
            <a:r>
              <a:rPr lang="en-US" dirty="0"/>
              <a:t>on </a:t>
            </a:r>
            <a:r>
              <a:rPr lang="en-US" dirty="0" smtClean="0"/>
              <a:t>JSDS update </a:t>
            </a:r>
            <a:r>
              <a:rPr lang="en-US" dirty="0" smtClean="0"/>
              <a:t>events.</a:t>
            </a:r>
          </a:p>
          <a:p>
            <a:pPr marL="350838" lvl="1" indent="-171450">
              <a:buFont typeface="Arial" panose="020B0604020202020204" pitchFamily="34" charset="0"/>
              <a:buChar char="•"/>
            </a:pPr>
            <a:r>
              <a:rPr lang="en-US" dirty="0" smtClean="0"/>
              <a:t>For each update, check the differences between JSDS and Takara data.</a:t>
            </a:r>
          </a:p>
          <a:p>
            <a:pPr marL="350838" lvl="1" indent="-171450">
              <a:buFont typeface="Arial" panose="020B0604020202020204" pitchFamily="34" charset="0"/>
              <a:buChar char="•"/>
            </a:pPr>
            <a:r>
              <a:rPr lang="en-US" dirty="0" smtClean="0"/>
              <a:t>If the data </a:t>
            </a:r>
            <a:r>
              <a:rPr lang="en-US" dirty="0" smtClean="0"/>
              <a:t>is not identical, </a:t>
            </a:r>
            <a:r>
              <a:rPr lang="en-US" dirty="0" smtClean="0"/>
              <a:t>send report</a:t>
            </a:r>
            <a:r>
              <a:rPr lang="en-US" dirty="0" smtClean="0"/>
              <a:t>.</a:t>
            </a:r>
          </a:p>
          <a:p>
            <a:pPr lvl="1" indent="0">
              <a:buNone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Design</a:t>
            </a:r>
          </a:p>
          <a:p>
            <a:pPr marL="465138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Listener</a:t>
            </a:r>
          </a:p>
          <a:p>
            <a:pPr marL="465138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Adapter</a:t>
            </a:r>
          </a:p>
          <a:p>
            <a:pPr marL="465138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Comparison</a:t>
            </a:r>
            <a:endParaRPr lang="en-US" dirty="0" smtClean="0"/>
          </a:p>
          <a:p>
            <a:pPr marL="350838" lvl="1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Real Time Recon Tool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854661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/>
            <a:fld id="{B1F92669-E9AC-495A-9485-4D654D029480}" type="slidenum">
              <a:rPr lang="en-GB" smtClean="0"/>
              <a:pPr algn="r"/>
              <a:t>5</a:t>
            </a:fld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1600" dirty="0" smtClean="0"/>
              <a:t>JSDS </a:t>
            </a:r>
            <a:r>
              <a:rPr lang="en-US" sz="1600" dirty="0"/>
              <a:t>– Takara </a:t>
            </a:r>
            <a:r>
              <a:rPr lang="en-US" sz="1600" dirty="0" smtClean="0"/>
              <a:t>Real Time Recon Workflow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Real Time Recon Tool</a:t>
            </a:r>
            <a:endParaRPr lang="en-US" dirty="0"/>
          </a:p>
        </p:txBody>
      </p:sp>
      <p:grpSp>
        <p:nvGrpSpPr>
          <p:cNvPr id="25" name="Group 24"/>
          <p:cNvGrpSpPr/>
          <p:nvPr/>
        </p:nvGrpSpPr>
        <p:grpSpPr>
          <a:xfrm>
            <a:off x="2004060" y="1601688"/>
            <a:ext cx="4419600" cy="4191000"/>
            <a:chOff x="762000" y="1447800"/>
            <a:chExt cx="4419600" cy="4191000"/>
          </a:xfrm>
        </p:grpSpPr>
        <p:cxnSp>
          <p:nvCxnSpPr>
            <p:cNvPr id="15" name="Straight Arrow Connector 14"/>
            <p:cNvCxnSpPr>
              <a:stCxn id="7" idx="2"/>
              <a:endCxn id="9" idx="0"/>
            </p:cNvCxnSpPr>
            <p:nvPr/>
          </p:nvCxnSpPr>
          <p:spPr bwMode="auto">
            <a:xfrm>
              <a:off x="3848100" y="3352800"/>
              <a:ext cx="0" cy="381000"/>
            </a:xfrm>
            <a:prstGeom prst="straightConnector1">
              <a:avLst/>
            </a:prstGeom>
            <a:solidFill>
              <a:schemeClr val="accent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grpSp>
          <p:nvGrpSpPr>
            <p:cNvPr id="24" name="Group 23"/>
            <p:cNvGrpSpPr/>
            <p:nvPr/>
          </p:nvGrpSpPr>
          <p:grpSpPr>
            <a:xfrm>
              <a:off x="762000" y="1447800"/>
              <a:ext cx="4419600" cy="4191000"/>
              <a:chOff x="762000" y="1447800"/>
              <a:chExt cx="4419600" cy="4191000"/>
            </a:xfrm>
          </p:grpSpPr>
          <p:sp>
            <p:nvSpPr>
              <p:cNvPr id="7" name="Rounded Rectangle 6"/>
              <p:cNvSpPr/>
              <p:nvPr/>
            </p:nvSpPr>
            <p:spPr bwMode="auto">
              <a:xfrm>
                <a:off x="3333750" y="2667000"/>
                <a:ext cx="1028700" cy="685800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36000" rIns="36000" bIns="36000" numCol="1" rtlCol="0" anchor="ctr" anchorCtr="1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600" b="1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rPr>
                  <a:t>Listener</a:t>
                </a:r>
              </a:p>
            </p:txBody>
          </p:sp>
          <p:sp>
            <p:nvSpPr>
              <p:cNvPr id="8" name="Oval 7"/>
              <p:cNvSpPr/>
              <p:nvPr/>
            </p:nvSpPr>
            <p:spPr bwMode="auto">
              <a:xfrm>
                <a:off x="3343275" y="1447800"/>
                <a:ext cx="1009650" cy="990600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36000" rIns="36000" bIns="36000" numCol="1" rtlCol="0" anchor="ctr" anchorCtr="1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1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rPr>
                  <a:t>JSDS Update</a:t>
                </a:r>
              </a:p>
            </p:txBody>
          </p:sp>
          <p:sp>
            <p:nvSpPr>
              <p:cNvPr id="9" name="Rounded Rectangle 8"/>
              <p:cNvSpPr/>
              <p:nvPr/>
            </p:nvSpPr>
            <p:spPr bwMode="auto">
              <a:xfrm>
                <a:off x="3333750" y="3733800"/>
                <a:ext cx="1028700" cy="685800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36000" rIns="36000" bIns="36000" numCol="1" rtlCol="0" anchor="ctr" anchorCtr="1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600" b="1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rPr>
                  <a:t>Compare</a:t>
                </a:r>
              </a:p>
            </p:txBody>
          </p:sp>
          <p:sp>
            <p:nvSpPr>
              <p:cNvPr id="10" name="Flowchart: Direct Access Storage 9"/>
              <p:cNvSpPr/>
              <p:nvPr/>
            </p:nvSpPr>
            <p:spPr bwMode="auto">
              <a:xfrm>
                <a:off x="762000" y="3765550"/>
                <a:ext cx="1219200" cy="617220"/>
              </a:xfrm>
              <a:prstGeom prst="flowChartMagneticDrum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36000" rIns="36000" bIns="36000" numCol="1" rtlCol="0" anchor="ctr" anchorCtr="1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200" b="1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rPr>
                  <a:t>Takara</a:t>
                </a:r>
              </a:p>
            </p:txBody>
          </p:sp>
          <p:sp>
            <p:nvSpPr>
              <p:cNvPr id="11" name="Rounded Rectangle 10"/>
              <p:cNvSpPr/>
              <p:nvPr/>
            </p:nvSpPr>
            <p:spPr bwMode="auto">
              <a:xfrm>
                <a:off x="3333750" y="4953000"/>
                <a:ext cx="1028700" cy="685800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36000" rIns="36000" bIns="36000" numCol="1" rtlCol="0" anchor="ctr" anchorCtr="1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600" b="1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rPr>
                  <a:t>Report</a:t>
                </a:r>
              </a:p>
            </p:txBody>
          </p:sp>
          <p:cxnSp>
            <p:nvCxnSpPr>
              <p:cNvPr id="13" name="Straight Arrow Connector 12"/>
              <p:cNvCxnSpPr>
                <a:stCxn id="8" idx="4"/>
                <a:endCxn id="7" idx="0"/>
              </p:cNvCxnSpPr>
              <p:nvPr/>
            </p:nvCxnSpPr>
            <p:spPr bwMode="auto">
              <a:xfrm>
                <a:off x="3848100" y="2438400"/>
                <a:ext cx="0" cy="228600"/>
              </a:xfrm>
              <a:prstGeom prst="straightConnector1">
                <a:avLst/>
              </a:prstGeom>
              <a:solidFill>
                <a:schemeClr val="accent2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  <p:cxnSp>
            <p:nvCxnSpPr>
              <p:cNvPr id="17" name="Straight Arrow Connector 16"/>
              <p:cNvCxnSpPr>
                <a:stCxn id="9" idx="2"/>
                <a:endCxn id="11" idx="0"/>
              </p:cNvCxnSpPr>
              <p:nvPr/>
            </p:nvCxnSpPr>
            <p:spPr bwMode="auto">
              <a:xfrm>
                <a:off x="3848100" y="4419600"/>
                <a:ext cx="0" cy="533400"/>
              </a:xfrm>
              <a:prstGeom prst="straightConnector1">
                <a:avLst/>
              </a:prstGeom>
              <a:solidFill>
                <a:schemeClr val="accent2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  <p:cxnSp>
            <p:nvCxnSpPr>
              <p:cNvPr id="19" name="Straight Arrow Connector 18"/>
              <p:cNvCxnSpPr>
                <a:stCxn id="10" idx="4"/>
                <a:endCxn id="9" idx="1"/>
              </p:cNvCxnSpPr>
              <p:nvPr/>
            </p:nvCxnSpPr>
            <p:spPr bwMode="auto">
              <a:xfrm>
                <a:off x="1981200" y="4074160"/>
                <a:ext cx="1352550" cy="2540"/>
              </a:xfrm>
              <a:prstGeom prst="straightConnector1">
                <a:avLst/>
              </a:prstGeom>
              <a:solidFill>
                <a:schemeClr val="accent2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  <p:sp>
            <p:nvSpPr>
              <p:cNvPr id="22" name="TextBox 21"/>
              <p:cNvSpPr txBox="1"/>
              <p:nvPr/>
            </p:nvSpPr>
            <p:spPr>
              <a:xfrm>
                <a:off x="3810000" y="3389411"/>
                <a:ext cx="13716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 smtClean="0"/>
                  <a:t>JSDS data</a:t>
                </a:r>
                <a:endParaRPr lang="en-US" sz="1400" dirty="0"/>
              </a:p>
            </p:txBody>
          </p:sp>
        </p:grpSp>
        <p:sp>
          <p:nvSpPr>
            <p:cNvPr id="23" name="TextBox 22"/>
            <p:cNvSpPr txBox="1"/>
            <p:nvPr/>
          </p:nvSpPr>
          <p:spPr>
            <a:xfrm>
              <a:off x="1981200" y="3810000"/>
              <a:ext cx="13716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Takara data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44273207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Real Time Recon Tool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/>
            <a:fld id="{F96A6800-FFF6-4ED7-8C1A-BE1D2596D2A3}" type="slidenum">
              <a:rPr lang="en-GB" smtClean="0"/>
              <a:pPr algn="r"/>
              <a:t>6</a:t>
            </a:fld>
            <a:endParaRPr lang="en-GB" dirty="0"/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5021263" y="284480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16" name="Group 15"/>
          <p:cNvGrpSpPr/>
          <p:nvPr/>
        </p:nvGrpSpPr>
        <p:grpSpPr>
          <a:xfrm>
            <a:off x="222504" y="1295400"/>
            <a:ext cx="4654296" cy="4936967"/>
            <a:chOff x="222504" y="1295400"/>
            <a:chExt cx="4654296" cy="4936967"/>
          </a:xfrm>
        </p:grpSpPr>
        <p:sp>
          <p:nvSpPr>
            <p:cNvPr id="13" name="Rectangle 3"/>
            <p:cNvSpPr>
              <a:spLocks noChangeArrowheads="1"/>
            </p:cNvSpPr>
            <p:nvPr/>
          </p:nvSpPr>
          <p:spPr bwMode="auto">
            <a:xfrm>
              <a:off x="222504" y="1800384"/>
              <a:ext cx="4654296" cy="44319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45720" rIns="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Symbol" pitchFamily="18" charset="2"/>
                  <a:ea typeface="SimSun" pitchFamily="2" charset="-122"/>
                  <a:cs typeface="Times New Roman" pitchFamily="18" charset="0"/>
                </a:rPr>
                <a:t>·</a:t>
              </a:r>
              <a:r>
                <a:rPr kumimoji="0" lang="en-US" altLang="en-US" sz="12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SimSun" pitchFamily="2" charset="-122"/>
                  <a:cs typeface="Times New Roman" pitchFamily="18" charset="0"/>
                </a:rPr>
                <a:t>  </a:t>
              </a:r>
              <a:r>
                <a:rPr kumimoji="0" lang="en-US" altLang="en-US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SimSun" pitchFamily="2" charset="-122"/>
                  <a:cs typeface="Times New Roman" pitchFamily="18" charset="0"/>
                </a:rPr>
                <a:t>Time</a:t>
              </a:r>
              <a:r>
                <a:rPr kumimoji="0" lang="en-US" altLang="en-US" sz="12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SimSun" pitchFamily="2" charset="-122"/>
                  <a:cs typeface="Times New Roman" pitchFamily="18" charset="0"/>
                </a:rPr>
                <a:t>: </a:t>
              </a:r>
              <a:br>
                <a:rPr kumimoji="0" lang="en-US" altLang="en-US" sz="12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SimSun" pitchFamily="2" charset="-122"/>
                  <a:cs typeface="Times New Roman" pitchFamily="18" charset="0"/>
                </a:rPr>
              </a:br>
              <a:r>
                <a:rPr kumimoji="0" lang="en-US" altLang="en-US" sz="12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SimSun" pitchFamily="2" charset="-122"/>
                  <a:cs typeface="Times New Roman" pitchFamily="18" charset="0"/>
                </a:rPr>
                <a:t>    Mon Aug 19 10:35:06 JST 2019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Symbol" pitchFamily="18" charset="2"/>
                  <a:ea typeface="SimSun" pitchFamily="2" charset="-122"/>
                  <a:cs typeface="Times New Roman" pitchFamily="18" charset="0"/>
                </a:rPr>
                <a:t>·</a:t>
              </a:r>
              <a:r>
                <a:rPr kumimoji="0" lang="en-US" altLang="en-US" sz="12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SimSun" pitchFamily="2" charset="-122"/>
                  <a:cs typeface="Times New Roman" pitchFamily="18" charset="0"/>
                </a:rPr>
                <a:t>  </a:t>
              </a:r>
              <a:r>
                <a:rPr kumimoji="0" lang="en-US" altLang="en-US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SimSun" pitchFamily="2" charset="-122"/>
                  <a:cs typeface="Times New Roman" pitchFamily="18" charset="0"/>
                </a:rPr>
                <a:t>JSDS Repo</a:t>
              </a:r>
              <a:r>
                <a:rPr kumimoji="0" lang="en-US" altLang="en-US" sz="12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SimSun" pitchFamily="2" charset="-122"/>
                  <a:cs typeface="Times New Roman" pitchFamily="18" charset="0"/>
                </a:rPr>
                <a:t>: </a:t>
              </a:r>
              <a:br>
                <a:rPr kumimoji="0" lang="en-US" altLang="en-US" sz="12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SimSun" pitchFamily="2" charset="-122"/>
                  <a:cs typeface="Times New Roman" pitchFamily="18" charset="0"/>
                </a:rPr>
              </a:br>
              <a:r>
                <a:rPr kumimoji="0" lang="en-US" altLang="en-US" sz="12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SimSun" pitchFamily="2" charset="-122"/>
                  <a:cs typeface="Times New Roman" pitchFamily="18" charset="0"/>
                </a:rPr>
                <a:t>    UAT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Symbol" pitchFamily="18" charset="2"/>
                  <a:ea typeface="SimSun" pitchFamily="2" charset="-122"/>
                  <a:cs typeface="Times New Roman" pitchFamily="18" charset="0"/>
                </a:rPr>
                <a:t>·</a:t>
              </a:r>
              <a:r>
                <a:rPr kumimoji="0" lang="en-US" altLang="en-US" sz="12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SimSun" pitchFamily="2" charset="-122"/>
                  <a:cs typeface="Times New Roman" pitchFamily="18" charset="0"/>
                </a:rPr>
                <a:t>  </a:t>
              </a:r>
              <a:r>
                <a:rPr kumimoji="0" lang="en-US" altLang="en-US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SimSun" pitchFamily="2" charset="-122"/>
                  <a:cs typeface="Times New Roman" pitchFamily="18" charset="0"/>
                </a:rPr>
                <a:t>Takara Repo</a:t>
              </a:r>
              <a:r>
                <a:rPr kumimoji="0" lang="en-US" altLang="en-US" sz="12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SimSun" pitchFamily="2" charset="-122"/>
                  <a:cs typeface="Times New Roman" pitchFamily="18" charset="0"/>
                </a:rPr>
                <a:t>: </a:t>
              </a:r>
              <a:br>
                <a:rPr kumimoji="0" lang="en-US" altLang="en-US" sz="12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SimSun" pitchFamily="2" charset="-122"/>
                  <a:cs typeface="Times New Roman" pitchFamily="18" charset="0"/>
                </a:rPr>
              </a:br>
              <a:r>
                <a:rPr kumimoji="0" lang="en-US" altLang="en-US" sz="12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SimSun" pitchFamily="2" charset="-122"/>
                  <a:cs typeface="Times New Roman" pitchFamily="18" charset="0"/>
                </a:rPr>
                <a:t>    PROD_MIRROR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Symbol" pitchFamily="18" charset="2"/>
                  <a:ea typeface="SimSun" pitchFamily="2" charset="-122"/>
                  <a:cs typeface="Times New Roman" pitchFamily="18" charset="0"/>
                </a:rPr>
                <a:t>·</a:t>
              </a:r>
              <a:r>
                <a:rPr kumimoji="0" lang="en-US" altLang="en-US" sz="12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SimSun" pitchFamily="2" charset="-122"/>
                  <a:cs typeface="Times New Roman" pitchFamily="18" charset="0"/>
                </a:rPr>
                <a:t>  </a:t>
              </a:r>
              <a:r>
                <a:rPr kumimoji="0" lang="en-US" altLang="en-US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SimSun" pitchFamily="2" charset="-122"/>
                  <a:cs typeface="Times New Roman" pitchFamily="18" charset="0"/>
                </a:rPr>
                <a:t>Base Data Size</a:t>
              </a:r>
              <a:r>
                <a:rPr kumimoji="0" lang="en-US" altLang="en-US" sz="12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SimSun" pitchFamily="2" charset="-122"/>
                  <a:cs typeface="Times New Roman" pitchFamily="18" charset="0"/>
                </a:rPr>
                <a:t>: </a:t>
              </a:r>
              <a:br>
                <a:rPr kumimoji="0" lang="en-US" altLang="en-US" sz="12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SimSun" pitchFamily="2" charset="-122"/>
                  <a:cs typeface="Times New Roman" pitchFamily="18" charset="0"/>
                </a:rPr>
              </a:br>
              <a:r>
                <a:rPr kumimoji="0" lang="en-US" altLang="en-US" sz="12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SimSun" pitchFamily="2" charset="-122"/>
                  <a:cs typeface="Times New Roman" pitchFamily="18" charset="0"/>
                </a:rPr>
                <a:t>    3957 </a:t>
              </a:r>
              <a:br>
                <a:rPr kumimoji="0" lang="en-US" altLang="en-US" sz="12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SimSun" pitchFamily="2" charset="-122"/>
                  <a:cs typeface="Times New Roman" pitchFamily="18" charset="0"/>
                </a:rPr>
              </a:br>
              <a:r>
                <a:rPr kumimoji="0" lang="en-US" altLang="en-US" sz="1700" b="1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ea typeface="SimSun" pitchFamily="2" charset="-122"/>
                  <a:cs typeface="Times New Roman" pitchFamily="18" charset="0"/>
                </a:rPr>
                <a:t>Overview</a:t>
              </a:r>
              <a:r>
                <a:rPr kumimoji="0" lang="en-US" altLang="en-US" sz="12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SimSun" pitchFamily="2" charset="-122"/>
                  <a:cs typeface="Times New Roman" pitchFamily="18" charset="0"/>
                </a:rPr>
                <a:t>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SimSun" pitchFamily="2" charset="-122"/>
                <a:cs typeface="Times New Roman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altLang="en-US" sz="1200" dirty="0">
                <a:latin typeface="Times New Roman" pitchFamily="18" charset="0"/>
                <a:ea typeface="SimSun" pitchFamily="2" charset="-122"/>
                <a:cs typeface="Times New Roman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SimSun" pitchFamily="2" charset="-122"/>
                <a:cs typeface="Times New Roman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SimSun" pitchFamily="2" charset="-122"/>
                  <a:cs typeface="Times New Roman" pitchFamily="18" charset="0"/>
                </a:rPr>
                <a:t/>
              </a:r>
              <a:br>
                <a:rPr kumimoji="0" lang="en-US" altLang="en-US" sz="12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SimSun" pitchFamily="2" charset="-122"/>
                  <a:cs typeface="Times New Roman" pitchFamily="18" charset="0"/>
                </a:rPr>
              </a:br>
              <a:r>
                <a:rPr kumimoji="0" lang="en-US" altLang="en-US" sz="1700" b="1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ea typeface="SimSun" pitchFamily="2" charset="-122"/>
                  <a:cs typeface="Times New Roman" pitchFamily="18" charset="0"/>
                </a:rPr>
                <a:t>Breakdown</a:t>
              </a:r>
              <a:r>
                <a:rPr kumimoji="0" lang="en-US" altLang="en-US" sz="12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SimSun" pitchFamily="2" charset="-122"/>
                  <a:cs typeface="Times New Roman" pitchFamily="18" charset="0"/>
                </a:rPr>
                <a:t> </a:t>
              </a:r>
              <a:br>
                <a:rPr kumimoji="0" lang="en-US" altLang="en-US" sz="12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SimSun" pitchFamily="2" charset="-122"/>
                  <a:cs typeface="Times New Roman" pitchFamily="18" charset="0"/>
                </a:rPr>
              </a:br>
              <a:r>
                <a:rPr kumimoji="0" lang="en-US" altLang="en-US" sz="14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itchFamily="18" charset="0"/>
                  <a:ea typeface="SimSun" pitchFamily="2" charset="-122"/>
                  <a:cs typeface="Times New Roman" pitchFamily="18" charset="0"/>
                </a:rPr>
                <a:t>Difference Messages:</a:t>
              </a:r>
              <a:r>
                <a:rPr kumimoji="0" lang="en-US" altLang="en-US" sz="12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SimSun" pitchFamily="2" charset="-122"/>
                  <a:cs typeface="Times New Roman" pitchFamily="18" charset="0"/>
                </a:rPr>
                <a:t>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altLang="en-US" sz="1200" dirty="0">
                <a:latin typeface="Times New Roman" pitchFamily="18" charset="0"/>
                <a:ea typeface="SimSun" pitchFamily="2" charset="-122"/>
                <a:cs typeface="Times New Roman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SimSun" pitchFamily="2" charset="-122"/>
                <a:cs typeface="Times New Roman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altLang="en-US" sz="1200" dirty="0">
                <a:latin typeface="Times New Roman" pitchFamily="18" charset="0"/>
                <a:ea typeface="SimSun" pitchFamily="2" charset="-122"/>
                <a:cs typeface="Times New Roman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SimSun" pitchFamily="2" charset="-122"/>
                <a:cs typeface="Times New Roman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altLang="en-US" sz="1200" dirty="0">
                <a:latin typeface="Times New Roman" pitchFamily="18" charset="0"/>
                <a:ea typeface="SimSun" pitchFamily="2" charset="-122"/>
                <a:cs typeface="Times New Roman" pitchFamily="18" charset="0"/>
              </a:endParaRP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SimSun" pitchFamily="2" charset="-122"/>
                <a:cs typeface="Times New Roman" pitchFamily="18" charset="0"/>
              </a:endParaRP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15" name="Group 14"/>
            <p:cNvGrpSpPr/>
            <p:nvPr/>
          </p:nvGrpSpPr>
          <p:grpSpPr>
            <a:xfrm>
              <a:off x="222504" y="1295400"/>
              <a:ext cx="4654296" cy="511175"/>
              <a:chOff x="222504" y="1295400"/>
              <a:chExt cx="4654296" cy="511175"/>
            </a:xfrm>
          </p:grpSpPr>
          <p:pic>
            <p:nvPicPr>
              <p:cNvPr id="1025" name="Picture 1" descr="nomura-banner"/>
              <p:cNvPicPr>
                <a:picLocks noChangeAspect="1" noChangeArrowheads="1"/>
              </p:cNvPicPr>
              <p:nvPr/>
            </p:nvPicPr>
            <p:blipFill>
              <a:blip r:embed="rId2" r:link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2504" y="1295400"/>
                <a:ext cx="947378" cy="5111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4" name="Rectangle 13"/>
              <p:cNvSpPr/>
              <p:nvPr/>
            </p:nvSpPr>
            <p:spPr bwMode="auto">
              <a:xfrm>
                <a:off x="1169882" y="1295400"/>
                <a:ext cx="3706918" cy="511175"/>
              </a:xfrm>
              <a:prstGeom prst="rect">
                <a:avLst/>
              </a:prstGeom>
              <a:solidFill>
                <a:srgbClr val="C00000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36000" rIns="36000" bIns="3600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1" i="0" u="none" strike="noStrike" cap="none" normalizeH="0" baseline="0" dirty="0" smtClean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Initial Report – Recon</a:t>
                </a:r>
                <a:r>
                  <a:rPr kumimoji="0" lang="en-US" sz="1400" b="1" i="0" u="none" strike="noStrike" cap="none" normalizeH="0" dirty="0" smtClean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Tool</a:t>
                </a:r>
                <a:endParaRPr kumimoji="0" lang="en-US" sz="1400" b="1" i="0" u="none" strike="noStrike" cap="none" normalizeH="0" baseline="0" dirty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aphicFrame>
        <p:nvGraphicFramePr>
          <p:cNvPr id="10" name="Content Placeholder 9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970316330"/>
              </p:ext>
            </p:extLst>
          </p:nvPr>
        </p:nvGraphicFramePr>
        <p:xfrm>
          <a:off x="222504" y="3581400"/>
          <a:ext cx="4654295" cy="81627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30859"/>
                <a:gridCol w="930859"/>
                <a:gridCol w="930859"/>
                <a:gridCol w="930859"/>
                <a:gridCol w="930859"/>
              </a:tblGrid>
              <a:tr h="304800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875"/>
                        </a:lnSpc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/>
                        <a:cs typeface="Times New Roman" panose="02020603050405020304" pitchFamily="18" charset="0"/>
                      </a:endParaRPr>
                    </a:p>
                  </a:txBody>
                  <a:tcPr marL="13163" marR="13163" marT="13163" marB="13163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875"/>
                        </a:lnSpc>
                      </a:pPr>
                      <a:r>
                        <a:rPr lang="en-US" sz="1200" dirty="0" smtClean="0">
                          <a:effectLst/>
                          <a:latin typeface="Times New Roman" panose="02020603050405020304" pitchFamily="18" charset="0"/>
                          <a:ea typeface="SimSun"/>
                          <a:cs typeface="Times New Roman" panose="02020603050405020304" pitchFamily="18" charset="0"/>
                        </a:rPr>
                        <a:t>Market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/>
                        <a:cs typeface="Times New Roman" panose="02020603050405020304" pitchFamily="18" charset="0"/>
                      </a:endParaRPr>
                    </a:p>
                  </a:txBody>
                  <a:tcPr marL="13163" marR="13163" marT="13163" marB="13163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875"/>
                        </a:lnSpc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Number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/>
                        <a:cs typeface="Times New Roman" panose="02020603050405020304" pitchFamily="18" charset="0"/>
                      </a:endParaRPr>
                    </a:p>
                  </a:txBody>
                  <a:tcPr marL="13163" marR="13163" marT="13163" marB="13163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875"/>
                        </a:lnSpc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DIFF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/>
                        <a:cs typeface="Times New Roman" panose="02020603050405020304" pitchFamily="18" charset="0"/>
                      </a:endParaRPr>
                    </a:p>
                  </a:txBody>
                  <a:tcPr marL="13163" marR="13163" marT="13163" marB="13163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875"/>
                        </a:lnSpc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MISSING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SimSun"/>
                        <a:cs typeface="Times New Roman" panose="02020603050405020304" pitchFamily="18" charset="0"/>
                      </a:endParaRPr>
                    </a:p>
                  </a:txBody>
                  <a:tcPr marL="13163" marR="13163" marT="13163" marB="13163"/>
                </a:tc>
              </a:tr>
              <a:tr h="307352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875"/>
                        </a:lnSpc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Equity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SimSun"/>
                        <a:cs typeface="Times New Roman" panose="02020603050405020304" pitchFamily="18" charset="0"/>
                      </a:endParaRPr>
                    </a:p>
                  </a:txBody>
                  <a:tcPr marL="13163" marR="13163" marT="13163" marB="13163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875"/>
                        </a:lnSpc>
                      </a:pPr>
                      <a:r>
                        <a:rPr lang="en-US" sz="1000" dirty="0" smtClean="0">
                          <a:effectLst/>
                          <a:latin typeface="Times New Roman" panose="02020603050405020304" pitchFamily="18" charset="0"/>
                          <a:ea typeface="SimSun"/>
                          <a:cs typeface="Times New Roman" panose="02020603050405020304" pitchFamily="18" charset="0"/>
                        </a:rPr>
                        <a:t>TYO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SimSun"/>
                        <a:cs typeface="Times New Roman" panose="02020603050405020304" pitchFamily="18" charset="0"/>
                      </a:endParaRPr>
                    </a:p>
                  </a:txBody>
                  <a:tcPr marL="13163" marR="13163" marT="13163" marB="13163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875"/>
                        </a:lnSpc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3957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SimSun"/>
                        <a:cs typeface="Times New Roman" panose="02020603050405020304" pitchFamily="18" charset="0"/>
                      </a:endParaRPr>
                    </a:p>
                  </a:txBody>
                  <a:tcPr marL="13163" marR="13163" marT="13163" marB="13163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875"/>
                        </a:lnSpc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54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SimSun"/>
                        <a:cs typeface="Times New Roman" panose="02020603050405020304" pitchFamily="18" charset="0"/>
                      </a:endParaRPr>
                    </a:p>
                  </a:txBody>
                  <a:tcPr marL="13163" marR="13163" marT="13163" marB="13163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875"/>
                        </a:lnSpc>
                      </a:pPr>
                      <a:r>
                        <a:rPr lang="en-US" sz="1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SimSun"/>
                        <a:cs typeface="Times New Roman" panose="02020603050405020304" pitchFamily="18" charset="0"/>
                      </a:endParaRPr>
                    </a:p>
                  </a:txBody>
                  <a:tcPr marL="13163" marR="13163" marT="13163" marB="13163"/>
                </a:tc>
              </a:tr>
            </a:tbl>
          </a:graphicData>
        </a:graphic>
      </p:graphicFrame>
      <p:graphicFrame>
        <p:nvGraphicFramePr>
          <p:cNvPr id="11" name="Content Placeholder 10"/>
          <p:cNvGraphicFramePr>
            <a:graphicFrameLocks noGrp="1"/>
          </p:cNvGraphicFramePr>
          <p:nvPr>
            <p:ph sz="half" idx="19"/>
            <p:extLst>
              <p:ext uri="{D42A27DB-BD31-4B8C-83A1-F6EECF244321}">
                <p14:modId xmlns:p14="http://schemas.microsoft.com/office/powerpoint/2010/main" val="2951542981"/>
              </p:ext>
            </p:extLst>
          </p:nvPr>
        </p:nvGraphicFramePr>
        <p:xfrm>
          <a:off x="222504" y="4800600"/>
          <a:ext cx="4608510" cy="187063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21702"/>
                <a:gridCol w="684594"/>
                <a:gridCol w="914400"/>
                <a:gridCol w="1166112"/>
                <a:gridCol w="921702"/>
              </a:tblGrid>
              <a:tr h="503545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875"/>
                        </a:lnSpc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/>
                        <a:cs typeface="Times New Roman" panose="02020603050405020304" pitchFamily="18" charset="0"/>
                      </a:endParaRPr>
                    </a:p>
                  </a:txBody>
                  <a:tcPr marL="13167" marR="13167" marT="13167" marB="13167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875"/>
                        </a:lnSpc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RIC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/>
                        <a:cs typeface="Times New Roman" panose="02020603050405020304" pitchFamily="18" charset="0"/>
                      </a:endParaRPr>
                    </a:p>
                  </a:txBody>
                  <a:tcPr marL="13167" marR="13167" marT="13167" marB="13167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Differences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/>
                        <a:cs typeface="Times New Roman" panose="02020603050405020304" pitchFamily="18" charset="0"/>
                      </a:endParaRPr>
                    </a:p>
                  </a:txBody>
                  <a:tcPr marL="13167" marR="13167" marT="13167" marB="13167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875"/>
                        </a:lnSpc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Message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/>
                        <a:cs typeface="Times New Roman" panose="02020603050405020304" pitchFamily="18" charset="0"/>
                      </a:endParaRPr>
                    </a:p>
                  </a:txBody>
                  <a:tcPr marL="13167" marR="13167" marT="13167" marB="13167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875"/>
                        </a:lnSpc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Source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SimSun"/>
                        <a:cs typeface="Times New Roman" panose="02020603050405020304" pitchFamily="18" charset="0"/>
                      </a:endParaRPr>
                    </a:p>
                  </a:txBody>
                  <a:tcPr marL="13167" marR="13167" marT="13167" marB="13167"/>
                </a:tc>
              </a:tr>
              <a:tr h="244888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ts val="1875"/>
                        </a:lnSpc>
                      </a:pPr>
                      <a:r>
                        <a:rPr lang="en-US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DIFF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SimSun"/>
                        <a:cs typeface="Times New Roman" panose="02020603050405020304" pitchFamily="18" charset="0"/>
                      </a:endParaRPr>
                    </a:p>
                  </a:txBody>
                  <a:tcPr marL="13167" marR="13167" marT="13167" marB="13167" anchor="ctr"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4383.T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SimSun"/>
                        <a:cs typeface="Times New Roman" panose="02020603050405020304" pitchFamily="18" charset="0"/>
                      </a:endParaRPr>
                    </a:p>
                  </a:txBody>
                  <a:tcPr marL="13167" marR="13167" marT="13167" marB="13167" anchor="ctr"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ts val="1875"/>
                        </a:lnSpc>
                      </a:pPr>
                      <a:r>
                        <a:rPr lang="en-US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SimSun"/>
                        <a:cs typeface="Times New Roman" panose="02020603050405020304" pitchFamily="18" charset="0"/>
                      </a:endParaRPr>
                    </a:p>
                  </a:txBody>
                  <a:tcPr marL="13167" marR="13167" marT="13167" marB="13167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875"/>
                        </a:lnSpc>
                      </a:pPr>
                      <a:r>
                        <a:rPr lang="en-US" sz="9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closingPrice</a:t>
                      </a:r>
                      <a:r>
                        <a:rPr lang="en-US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sz="9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500.0</a:t>
                      </a:r>
                      <a:r>
                        <a:rPr lang="en-US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SimSun"/>
                        <a:cs typeface="Times New Roman" panose="02020603050405020304" pitchFamily="18" charset="0"/>
                      </a:endParaRPr>
                    </a:p>
                  </a:txBody>
                  <a:tcPr marL="13167" marR="13167" marT="13167" marB="13167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875"/>
                        </a:lnSpc>
                      </a:pPr>
                      <a:r>
                        <a:rPr lang="en-US" sz="9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JSDS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SimSun"/>
                        <a:cs typeface="Times New Roman" panose="02020603050405020304" pitchFamily="18" charset="0"/>
                      </a:endParaRPr>
                    </a:p>
                  </a:txBody>
                  <a:tcPr marL="13167" marR="13167" marT="13167" marB="13167" anchor="ctr"/>
                </a:tc>
              </a:tr>
              <a:tr h="8976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875"/>
                        </a:lnSpc>
                      </a:pPr>
                      <a:r>
                        <a:rPr lang="en-US" sz="9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closingPrice</a:t>
                      </a:r>
                      <a:r>
                        <a:rPr lang="en-US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sz="9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null</a:t>
                      </a:r>
                      <a:r>
                        <a:rPr lang="en-US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SimSun"/>
                        <a:cs typeface="Times New Roman" panose="02020603050405020304" pitchFamily="18" charset="0"/>
                      </a:endParaRPr>
                    </a:p>
                  </a:txBody>
                  <a:tcPr marL="13167" marR="13167" marT="13167" marB="13167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875"/>
                        </a:lnSpc>
                      </a:pPr>
                      <a:r>
                        <a:rPr lang="en-US" sz="9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Takara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SimSun"/>
                        <a:cs typeface="Times New Roman" panose="02020603050405020304" pitchFamily="18" charset="0"/>
                      </a:endParaRPr>
                    </a:p>
                  </a:txBody>
                  <a:tcPr marL="13167" marR="13167" marT="13167" marB="13167" anchor="ctr"/>
                </a:tc>
              </a:tr>
              <a:tr h="257196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ts val="1875"/>
                        </a:lnSpc>
                      </a:pPr>
                      <a:r>
                        <a:rPr lang="en-US" sz="9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DIFF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SimSun"/>
                        <a:cs typeface="Times New Roman" panose="02020603050405020304" pitchFamily="18" charset="0"/>
                      </a:endParaRPr>
                    </a:p>
                  </a:txBody>
                  <a:tcPr marL="13167" marR="13167" marT="13167" marB="13167" anchor="ctr"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dirty="0">
                          <a:effectLst/>
                          <a:latin typeface="Times New Roman" panose="02020603050405020304" pitchFamily="18" charset="0"/>
                          <a:ea typeface="SimSun"/>
                          <a:cs typeface="Times New Roman" panose="02020603050405020304" pitchFamily="18" charset="0"/>
                        </a:rPr>
                        <a:t>1674.T</a:t>
                      </a:r>
                    </a:p>
                  </a:txBody>
                  <a:tcPr marL="19050" marR="19050" marT="19050" marB="19050" anchor="ctr"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ts val="1875"/>
                        </a:lnSpc>
                      </a:pPr>
                      <a:r>
                        <a:rPr lang="en-US" sz="900" b="0" dirty="0">
                          <a:effectLst/>
                          <a:latin typeface="Times New Roman" panose="02020603050405020304" pitchFamily="18" charset="0"/>
                          <a:ea typeface="SimSun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875"/>
                        </a:lnSpc>
                      </a:pPr>
                      <a:r>
                        <a:rPr lang="en-US" sz="900" b="0" dirty="0" err="1">
                          <a:effectLst/>
                          <a:latin typeface="Times New Roman" panose="02020603050405020304" pitchFamily="18" charset="0"/>
                          <a:ea typeface="SimSun"/>
                          <a:cs typeface="Times New Roman" panose="02020603050405020304" pitchFamily="18" charset="0"/>
                        </a:rPr>
                        <a:t>closingPrice</a:t>
                      </a:r>
                      <a:r>
                        <a:rPr lang="en-US" sz="900" b="0" dirty="0">
                          <a:effectLst/>
                          <a:latin typeface="Times New Roman" panose="02020603050405020304" pitchFamily="18" charset="0"/>
                          <a:ea typeface="SimSun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sz="900" b="1" dirty="0">
                          <a:effectLst/>
                          <a:latin typeface="Times New Roman" panose="02020603050405020304" pitchFamily="18" charset="0"/>
                          <a:ea typeface="SimSun"/>
                          <a:cs typeface="Times New Roman" panose="02020603050405020304" pitchFamily="18" charset="0"/>
                        </a:rPr>
                        <a:t>8360.0</a:t>
                      </a:r>
                      <a:r>
                        <a:rPr lang="en-US" sz="900" b="0" dirty="0">
                          <a:effectLst/>
                          <a:latin typeface="Times New Roman" panose="02020603050405020304" pitchFamily="18" charset="0"/>
                          <a:ea typeface="SimSun"/>
                          <a:cs typeface="Times New Roman" panose="02020603050405020304" pitchFamily="18" charset="0"/>
                        </a:rPr>
                        <a:t>, 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875"/>
                        </a:lnSpc>
                      </a:pPr>
                      <a:r>
                        <a:rPr lang="en-US" sz="900" b="0" dirty="0">
                          <a:effectLst/>
                          <a:latin typeface="Times New Roman" panose="02020603050405020304" pitchFamily="18" charset="0"/>
                          <a:ea typeface="SimSun"/>
                          <a:cs typeface="Times New Roman" panose="02020603050405020304" pitchFamily="18" charset="0"/>
                        </a:rPr>
                        <a:t>JSDS</a:t>
                      </a:r>
                    </a:p>
                  </a:txBody>
                  <a:tcPr marL="19050" marR="19050" marT="19050" marB="19050" anchor="ctr"/>
                </a:tc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875"/>
                        </a:lnSpc>
                      </a:pPr>
                      <a:r>
                        <a:rPr lang="en-US" sz="900" b="0" dirty="0" err="1">
                          <a:effectLst/>
                          <a:latin typeface="Times New Roman" panose="02020603050405020304" pitchFamily="18" charset="0"/>
                          <a:ea typeface="SimSun"/>
                          <a:cs typeface="Times New Roman" panose="02020603050405020304" pitchFamily="18" charset="0"/>
                        </a:rPr>
                        <a:t>closingPrice</a:t>
                      </a:r>
                      <a:r>
                        <a:rPr lang="en-US" sz="900" b="0" dirty="0">
                          <a:effectLst/>
                          <a:latin typeface="Times New Roman" panose="02020603050405020304" pitchFamily="18" charset="0"/>
                          <a:ea typeface="SimSun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sz="900" b="1" dirty="0">
                          <a:effectLst/>
                          <a:latin typeface="Times New Roman" panose="02020603050405020304" pitchFamily="18" charset="0"/>
                          <a:ea typeface="SimSun"/>
                          <a:cs typeface="Times New Roman" panose="02020603050405020304" pitchFamily="18" charset="0"/>
                        </a:rPr>
                        <a:t>8300.0</a:t>
                      </a:r>
                      <a:r>
                        <a:rPr lang="en-US" sz="900" b="0" dirty="0">
                          <a:effectLst/>
                          <a:latin typeface="Times New Roman" panose="02020603050405020304" pitchFamily="18" charset="0"/>
                          <a:ea typeface="SimSun"/>
                          <a:cs typeface="Times New Roman" panose="02020603050405020304" pitchFamily="18" charset="0"/>
                        </a:rPr>
                        <a:t>, 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875"/>
                        </a:lnSpc>
                      </a:pPr>
                      <a:r>
                        <a:rPr lang="en-US" sz="900" b="0" dirty="0">
                          <a:effectLst/>
                          <a:latin typeface="Times New Roman" panose="02020603050405020304" pitchFamily="18" charset="0"/>
                          <a:ea typeface="SimSun"/>
                          <a:cs typeface="Times New Roman" panose="02020603050405020304" pitchFamily="18" charset="0"/>
                        </a:rPr>
                        <a:t>Takara</a:t>
                      </a:r>
                    </a:p>
                  </a:txBody>
                  <a:tcPr marL="19050" marR="19050" marT="19050" marB="19050" anchor="ctr"/>
                </a:tc>
              </a:tr>
              <a:tr h="244888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875"/>
                        </a:lnSpc>
                      </a:pPr>
                      <a:r>
                        <a:rPr lang="en-US" sz="9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DIFF</a:t>
                      </a:r>
                      <a:endParaRPr lang="en-US" sz="900" dirty="0" smtClean="0">
                        <a:effectLst/>
                        <a:latin typeface="Times New Roman" panose="02020603050405020304" pitchFamily="18" charset="0"/>
                        <a:ea typeface="SimSun"/>
                        <a:cs typeface="Times New Roman" panose="02020603050405020304" pitchFamily="18" charset="0"/>
                      </a:endParaRPr>
                    </a:p>
                  </a:txBody>
                  <a:tcPr marL="13167" marR="13167" marT="13167" marB="13167"/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 smtClean="0">
                          <a:effectLst/>
                          <a:latin typeface="Times New Roman" panose="02020603050405020304" pitchFamily="18" charset="0"/>
                          <a:ea typeface="SimSun"/>
                          <a:cs typeface="Times New Roman" panose="02020603050405020304" pitchFamily="18" charset="0"/>
                        </a:rPr>
                        <a:t>…</a:t>
                      </a:r>
                      <a:endParaRPr lang="en-US" sz="900" b="1" dirty="0">
                        <a:effectLst/>
                        <a:latin typeface="Times New Roman" panose="02020603050405020304" pitchFamily="18" charset="0"/>
                        <a:ea typeface="SimSun"/>
                        <a:cs typeface="Times New Roman" panose="02020603050405020304" pitchFamily="18" charset="0"/>
                      </a:endParaRPr>
                    </a:p>
                  </a:txBody>
                  <a:tcPr marL="13167" marR="13167" marT="13167" marB="13167"/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ts val="1875"/>
                        </a:lnSpc>
                      </a:pPr>
                      <a:endParaRPr lang="en-US" sz="800" dirty="0" smtClean="0">
                        <a:effectLst/>
                        <a:latin typeface="Calibri"/>
                        <a:ea typeface="SimSun"/>
                      </a:endParaRPr>
                    </a:p>
                  </a:txBody>
                  <a:tcPr marL="13167" marR="13167" marT="13167" marB="13167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ts val="1875"/>
                        </a:lnSpc>
                      </a:pPr>
                      <a:endParaRPr lang="en-US" sz="800" dirty="0" smtClean="0">
                        <a:effectLst/>
                        <a:latin typeface="Calibri"/>
                        <a:ea typeface="SimSun"/>
                      </a:endParaRPr>
                    </a:p>
                  </a:txBody>
                  <a:tcPr marL="13167" marR="13167" marT="13167" marB="13167" anchor="ctr"/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ts val="1875"/>
                        </a:lnSpc>
                      </a:pPr>
                      <a:endParaRPr lang="en-US" sz="800" dirty="0" smtClean="0">
                        <a:effectLst/>
                        <a:latin typeface="Calibri"/>
                        <a:ea typeface="SimSun"/>
                      </a:endParaRPr>
                    </a:p>
                  </a:txBody>
                  <a:tcPr marL="13167" marR="13167" marT="13167" marB="13167" anchor="ctr"/>
                </a:tc>
              </a:tr>
            </a:tbl>
          </a:graphicData>
        </a:graphic>
      </p:graphicFrame>
      <p:sp>
        <p:nvSpPr>
          <p:cNvPr id="24" name="Text Placeholder 8"/>
          <p:cNvSpPr>
            <a:spLocks noGrp="1"/>
          </p:cNvSpPr>
          <p:nvPr>
            <p:ph type="body" idx="20"/>
          </p:nvPr>
        </p:nvSpPr>
        <p:spPr>
          <a:xfrm>
            <a:off x="245396" y="990600"/>
            <a:ext cx="4608512" cy="217487"/>
          </a:xfrm>
          <a:ln>
            <a:solidFill>
              <a:schemeClr val="bg2">
                <a:lumMod val="75000"/>
              </a:schemeClr>
            </a:solidFill>
          </a:ln>
        </p:spPr>
        <p:txBody>
          <a:bodyPr/>
          <a:lstStyle/>
          <a:p>
            <a:r>
              <a:rPr lang="en-US" dirty="0" smtClean="0"/>
              <a:t>Initial Report</a:t>
            </a:r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 bwMode="auto">
          <a:xfrm>
            <a:off x="4953000" y="914400"/>
            <a:ext cx="0" cy="5715000"/>
          </a:xfrm>
          <a:prstGeom prst="line">
            <a:avLst/>
          </a:prstGeom>
          <a:solidFill>
            <a:schemeClr val="accent2"/>
          </a:solidFill>
          <a:ln w="19050" cap="flat" cmpd="sng" algn="ctr">
            <a:solidFill>
              <a:schemeClr val="tx2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3" name="Text Placeholder 8"/>
          <p:cNvSpPr>
            <a:spLocks noGrp="1"/>
          </p:cNvSpPr>
          <p:nvPr>
            <p:ph type="body" idx="20"/>
          </p:nvPr>
        </p:nvSpPr>
        <p:spPr>
          <a:xfrm>
            <a:off x="5021263" y="990600"/>
            <a:ext cx="4608512" cy="217487"/>
          </a:xfrm>
          <a:ln>
            <a:solidFill>
              <a:schemeClr val="bg2">
                <a:lumMod val="75000"/>
              </a:schemeClr>
            </a:solidFill>
          </a:ln>
        </p:spPr>
        <p:txBody>
          <a:bodyPr/>
          <a:lstStyle/>
          <a:p>
            <a:r>
              <a:rPr lang="en-US" dirty="0" smtClean="0"/>
              <a:t>Real Time Update Report</a:t>
            </a:r>
            <a:endParaRPr lang="en-US" dirty="0"/>
          </a:p>
        </p:txBody>
      </p:sp>
      <p:grpSp>
        <p:nvGrpSpPr>
          <p:cNvPr id="39" name="Group 38"/>
          <p:cNvGrpSpPr/>
          <p:nvPr/>
        </p:nvGrpSpPr>
        <p:grpSpPr>
          <a:xfrm>
            <a:off x="5105400" y="1280160"/>
            <a:ext cx="4654296" cy="3330943"/>
            <a:chOff x="5105400" y="1295400"/>
            <a:chExt cx="4654296" cy="3330943"/>
          </a:xfrm>
        </p:grpSpPr>
        <p:grpSp>
          <p:nvGrpSpPr>
            <p:cNvPr id="26" name="Group 25"/>
            <p:cNvGrpSpPr/>
            <p:nvPr/>
          </p:nvGrpSpPr>
          <p:grpSpPr>
            <a:xfrm>
              <a:off x="5105400" y="1295400"/>
              <a:ext cx="4654296" cy="3330943"/>
              <a:chOff x="222504" y="1295400"/>
              <a:chExt cx="4654296" cy="3330943"/>
            </a:xfrm>
          </p:grpSpPr>
          <p:sp>
            <p:nvSpPr>
              <p:cNvPr id="27" name="Rectangle 3"/>
              <p:cNvSpPr>
                <a:spLocks noChangeArrowheads="1"/>
              </p:cNvSpPr>
              <p:nvPr/>
            </p:nvSpPr>
            <p:spPr bwMode="auto">
              <a:xfrm>
                <a:off x="222504" y="1825576"/>
                <a:ext cx="4654296" cy="280076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0" tIns="45720" rIns="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Symbol" pitchFamily="18" charset="2"/>
                    <a:ea typeface="SimSun" pitchFamily="2" charset="-122"/>
                    <a:cs typeface="Times New Roman" pitchFamily="18" charset="0"/>
                  </a:rPr>
                  <a:t>·</a:t>
                </a:r>
                <a:r>
                  <a:rPr kumimoji="0" lang="en-US" altLang="en-US" sz="12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SimSun" pitchFamily="2" charset="-122"/>
                    <a:cs typeface="Times New Roman" pitchFamily="18" charset="0"/>
                  </a:rPr>
                  <a:t>  </a:t>
                </a:r>
                <a:r>
                  <a:rPr kumimoji="0" lang="en-US" altLang="en-US" sz="1200" b="1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SimSun" pitchFamily="2" charset="-122"/>
                    <a:cs typeface="Times New Roman" pitchFamily="18" charset="0"/>
                  </a:rPr>
                  <a:t>Time</a:t>
                </a:r>
                <a:r>
                  <a:rPr kumimoji="0" lang="en-US" altLang="en-US" sz="12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SimSun" pitchFamily="2" charset="-122"/>
                    <a:cs typeface="Times New Roman" pitchFamily="18" charset="0"/>
                  </a:rPr>
                  <a:t>: </a:t>
                </a:r>
                <a:br>
                  <a:rPr kumimoji="0" lang="en-US" altLang="en-US" sz="12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SimSun" pitchFamily="2" charset="-122"/>
                    <a:cs typeface="Times New Roman" pitchFamily="18" charset="0"/>
                  </a:rPr>
                </a:br>
                <a:r>
                  <a:rPr kumimoji="0" lang="en-US" altLang="en-US" sz="12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SimSun" pitchFamily="2" charset="-122"/>
                    <a:cs typeface="Times New Roman" pitchFamily="18" charset="0"/>
                  </a:rPr>
                  <a:t>    Mon Aug 23 15:55:06 JST 2019 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altLang="en-US" sz="12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Symbol" pitchFamily="18" charset="2"/>
                    <a:ea typeface="SimSun" pitchFamily="2" charset="-122"/>
                    <a:cs typeface="Times New Roman" pitchFamily="18" charset="0"/>
                  </a:rPr>
                  <a:t>·</a:t>
                </a:r>
                <a:r>
                  <a:rPr kumimoji="0" lang="en-US" altLang="en-US" sz="12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SimSun" pitchFamily="2" charset="-122"/>
                    <a:cs typeface="Times New Roman" pitchFamily="18" charset="0"/>
                  </a:rPr>
                  <a:t>  </a:t>
                </a:r>
                <a:r>
                  <a:rPr kumimoji="0" lang="en-US" altLang="en-US" sz="1200" b="1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SimSun" pitchFamily="2" charset="-122"/>
                    <a:cs typeface="Times New Roman" pitchFamily="18" charset="0"/>
                  </a:rPr>
                  <a:t>Compared fields</a:t>
                </a:r>
                <a:r>
                  <a:rPr kumimoji="0" lang="en-US" altLang="en-US" sz="12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SimSun" pitchFamily="2" charset="-122"/>
                    <a:cs typeface="Times New Roman" pitchFamily="18" charset="0"/>
                  </a:rPr>
                  <a:t>: </a:t>
                </a:r>
                <a:br>
                  <a:rPr kumimoji="0" lang="en-US" altLang="en-US" sz="12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SimSun" pitchFamily="2" charset="-122"/>
                    <a:cs typeface="Times New Roman" pitchFamily="18" charset="0"/>
                  </a:rPr>
                </a:br>
                <a:r>
                  <a:rPr kumimoji="0" lang="en-US" altLang="en-US" sz="12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SimSun" pitchFamily="2" charset="-122"/>
                    <a:cs typeface="Times New Roman" pitchFamily="18" charset="0"/>
                  </a:rPr>
                  <a:t>   </a:t>
                </a:r>
                <a:r>
                  <a:rPr lang="en-US" altLang="en-US" sz="1200" dirty="0">
                    <a:latin typeface="Times New Roman" pitchFamily="18" charset="0"/>
                    <a:ea typeface="SimSun" pitchFamily="2" charset="-122"/>
                    <a:cs typeface="Times New Roman" pitchFamily="18" charset="0"/>
                  </a:rPr>
                  <a:t> currency</a:t>
                </a:r>
                <a:r>
                  <a:rPr lang="en-US" altLang="en-US" sz="1200" dirty="0" smtClean="0">
                    <a:latin typeface="Times New Roman" pitchFamily="18" charset="0"/>
                    <a:ea typeface="SimSun" pitchFamily="2" charset="-122"/>
                    <a:cs typeface="Times New Roman" pitchFamily="18" charset="0"/>
                  </a:rPr>
                  <a:t>, </a:t>
                </a:r>
                <a:r>
                  <a:rPr lang="en-US" altLang="en-US" sz="1200" dirty="0" err="1" smtClean="0">
                    <a:latin typeface="Times New Roman" pitchFamily="18" charset="0"/>
                    <a:ea typeface="SimSun" pitchFamily="2" charset="-122"/>
                    <a:cs typeface="Times New Roman" pitchFamily="18" charset="0"/>
                  </a:rPr>
                  <a:t>productType</a:t>
                </a:r>
                <a:r>
                  <a:rPr lang="en-US" altLang="en-US" sz="1200" dirty="0" smtClean="0">
                    <a:latin typeface="Times New Roman" pitchFamily="18" charset="0"/>
                    <a:ea typeface="SimSun" pitchFamily="2" charset="-122"/>
                    <a:cs typeface="Times New Roman" pitchFamily="18" charset="0"/>
                  </a:rPr>
                  <a:t>, </a:t>
                </a:r>
                <a:r>
                  <a:rPr lang="en-US" altLang="en-US" sz="1200" dirty="0" err="1" smtClean="0">
                    <a:latin typeface="Times New Roman" pitchFamily="18" charset="0"/>
                    <a:ea typeface="SimSun" pitchFamily="2" charset="-122"/>
                    <a:cs typeface="Times New Roman" pitchFamily="18" charset="0"/>
                  </a:rPr>
                  <a:t>securityType</a:t>
                </a:r>
                <a:r>
                  <a:rPr lang="en-US" altLang="en-US" sz="1200" dirty="0" smtClean="0">
                    <a:latin typeface="Times New Roman" pitchFamily="18" charset="0"/>
                    <a:ea typeface="SimSun" pitchFamily="2" charset="-122"/>
                    <a:cs typeface="Times New Roman" pitchFamily="18" charset="0"/>
                  </a:rPr>
                  <a:t>, </a:t>
                </a:r>
                <a:r>
                  <a:rPr lang="en-US" altLang="en-US" sz="1200" dirty="0" err="1" smtClean="0">
                    <a:latin typeface="Times New Roman" pitchFamily="18" charset="0"/>
                    <a:ea typeface="SimSun" pitchFamily="2" charset="-122"/>
                    <a:cs typeface="Times New Roman" pitchFamily="18" charset="0"/>
                  </a:rPr>
                  <a:t>isMain</a:t>
                </a:r>
                <a:r>
                  <a:rPr lang="en-US" altLang="en-US" sz="1200" dirty="0" smtClean="0">
                    <a:latin typeface="Times New Roman" pitchFamily="18" charset="0"/>
                    <a:ea typeface="SimSun" pitchFamily="2" charset="-122"/>
                    <a:cs typeface="Times New Roman" pitchFamily="18" charset="0"/>
                  </a:rPr>
                  <a:t>, RIC, </a:t>
                </a:r>
                <a:r>
                  <a:rPr lang="en-US" altLang="en-US" sz="1200" dirty="0" err="1" smtClean="0">
                    <a:latin typeface="Times New Roman" pitchFamily="18" charset="0"/>
                    <a:ea typeface="SimSun" pitchFamily="2" charset="-122"/>
                    <a:cs typeface="Times New Roman" pitchFamily="18" charset="0"/>
                  </a:rPr>
                  <a:t>lotSize</a:t>
                </a:r>
                <a:r>
                  <a:rPr lang="en-US" altLang="en-US" sz="1200" dirty="0" smtClean="0">
                    <a:latin typeface="Times New Roman" pitchFamily="18" charset="0"/>
                    <a:ea typeface="SimSun" pitchFamily="2" charset="-122"/>
                    <a:cs typeface="Times New Roman" pitchFamily="18" charset="0"/>
                  </a:rPr>
                  <a:t>, </a:t>
                </a:r>
                <a:r>
                  <a:rPr lang="en-US" altLang="en-US" sz="1200" dirty="0" err="1" smtClean="0">
                    <a:latin typeface="Times New Roman" pitchFamily="18" charset="0"/>
                    <a:ea typeface="SimSun" pitchFamily="2" charset="-122"/>
                    <a:cs typeface="Times New Roman" pitchFamily="18" charset="0"/>
                  </a:rPr>
                  <a:t>tradedCurrency</a:t>
                </a:r>
                <a:r>
                  <a:rPr lang="en-US" altLang="en-US" sz="1200" dirty="0" smtClean="0">
                    <a:latin typeface="Times New Roman" pitchFamily="18" charset="0"/>
                    <a:ea typeface="SimSun" pitchFamily="2" charset="-122"/>
                    <a:cs typeface="Times New Roman" pitchFamily="18" charset="0"/>
                  </a:rPr>
                  <a:t>, </a:t>
                </a:r>
                <a:r>
                  <a:rPr lang="en-US" altLang="en-US" sz="1200" dirty="0" err="1" smtClean="0">
                    <a:latin typeface="Times New Roman" pitchFamily="18" charset="0"/>
                    <a:ea typeface="SimSun" pitchFamily="2" charset="-122"/>
                    <a:cs typeface="Times New Roman" pitchFamily="18" charset="0"/>
                  </a:rPr>
                  <a:t>closingPrice</a:t>
                </a:r>
                <a:r>
                  <a:rPr kumimoji="0" lang="en-US" altLang="en-US" sz="12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SimSun" pitchFamily="2" charset="-122"/>
                    <a:cs typeface="Times New Roman" pitchFamily="18" charset="0"/>
                  </a:rPr>
                  <a:t/>
                </a:r>
                <a:br>
                  <a:rPr kumimoji="0" lang="en-US" altLang="en-US" sz="12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SimSun" pitchFamily="2" charset="-122"/>
                    <a:cs typeface="Times New Roman" pitchFamily="18" charset="0"/>
                  </a:rPr>
                </a:br>
                <a:r>
                  <a:rPr kumimoji="0" lang="en-US" altLang="en-US" sz="12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SimSun" pitchFamily="2" charset="-122"/>
                    <a:cs typeface="Times New Roman" pitchFamily="18" charset="0"/>
                  </a:rPr>
                  <a:t/>
                </a:r>
                <a:br>
                  <a:rPr kumimoji="0" lang="en-US" altLang="en-US" sz="12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SimSun" pitchFamily="2" charset="-122"/>
                    <a:cs typeface="Times New Roman" pitchFamily="18" charset="0"/>
                  </a:rPr>
                </a:br>
                <a:r>
                  <a:rPr kumimoji="0" lang="en-US" altLang="en-US" sz="1400" b="0" i="0" u="none" strike="noStrike" cap="none" normalizeH="0" baseline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 New Roman" pitchFamily="18" charset="0"/>
                    <a:ea typeface="SimSun" pitchFamily="2" charset="-122"/>
                    <a:cs typeface="Times New Roman" pitchFamily="18" charset="0"/>
                  </a:rPr>
                  <a:t>Difference Messages:</a:t>
                </a:r>
                <a:r>
                  <a:rPr kumimoji="0" lang="en-US" altLang="en-US" sz="12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ea typeface="SimSun" pitchFamily="2" charset="-122"/>
                    <a:cs typeface="Times New Roman" pitchFamily="18" charset="0"/>
                  </a:rPr>
                  <a:t>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lang="en-US" altLang="en-US" sz="1200" dirty="0" smtClean="0">
                  <a:latin typeface="Times New Roman" pitchFamily="18" charset="0"/>
                  <a:ea typeface="SimSun" pitchFamily="2" charset="-122"/>
                  <a:cs typeface="Times New Roman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12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SimSun" pitchFamily="2" charset="-122"/>
                  <a:cs typeface="Times New Roman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lang="en-US" altLang="en-US" sz="1200" dirty="0" smtClean="0">
                  <a:latin typeface="Times New Roman" pitchFamily="18" charset="0"/>
                  <a:ea typeface="SimSun" pitchFamily="2" charset="-122"/>
                  <a:cs typeface="Times New Roman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12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SimSun" pitchFamily="2" charset="-122"/>
                  <a:cs typeface="Times New Roman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lang="en-US" altLang="en-US" sz="1200" dirty="0">
                  <a:latin typeface="Times New Roman" pitchFamily="18" charset="0"/>
                  <a:ea typeface="SimSun" pitchFamily="2" charset="-122"/>
                  <a:cs typeface="Times New Roman" pitchFamily="18" charset="0"/>
                </a:endParaRPr>
              </a:p>
              <a:p>
                <a:pPr marL="0" marR="0" lvl="0" indent="0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12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SimSun" pitchFamily="2" charset="-122"/>
                  <a:cs typeface="Times New Roman" pitchFamily="18" charset="0"/>
                </a:endParaRPr>
              </a:p>
              <a:p>
                <a:pPr marL="0" marR="0" lvl="0" indent="0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grpSp>
            <p:nvGrpSpPr>
              <p:cNvPr id="28" name="Group 27"/>
              <p:cNvGrpSpPr/>
              <p:nvPr/>
            </p:nvGrpSpPr>
            <p:grpSpPr>
              <a:xfrm>
                <a:off x="222504" y="1295400"/>
                <a:ext cx="4654296" cy="511175"/>
                <a:chOff x="222504" y="1295400"/>
                <a:chExt cx="4654296" cy="511175"/>
              </a:xfrm>
            </p:grpSpPr>
            <p:pic>
              <p:nvPicPr>
                <p:cNvPr id="29" name="Picture 1" descr="nomura-banner"/>
                <p:cNvPicPr>
                  <a:picLocks noChangeAspect="1" noChangeArrowheads="1"/>
                </p:cNvPicPr>
                <p:nvPr/>
              </p:nvPicPr>
              <p:blipFill>
                <a:blip r:embed="rId2" r:link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22504" y="1295400"/>
                  <a:ext cx="947378" cy="51117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30" name="Rectangle 29"/>
                <p:cNvSpPr/>
                <p:nvPr/>
              </p:nvSpPr>
              <p:spPr bwMode="auto">
                <a:xfrm>
                  <a:off x="1169882" y="1295400"/>
                  <a:ext cx="3706918" cy="511175"/>
                </a:xfrm>
                <a:prstGeom prst="rect">
                  <a:avLst/>
                </a:prstGeom>
                <a:solidFill>
                  <a:srgbClr val="C00000"/>
                </a:solidFill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36000" tIns="36000" rIns="36000" bIns="3600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400" b="1" i="0" u="none" strike="noStrike" cap="none" normalizeH="0" baseline="0" dirty="0" smtClean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Real</a:t>
                  </a:r>
                  <a:r>
                    <a:rPr kumimoji="0" lang="en-US" sz="1400" b="1" i="0" u="none" strike="noStrike" cap="none" normalizeH="0" dirty="0" smtClean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Time Update</a:t>
                  </a:r>
                  <a:r>
                    <a:rPr kumimoji="0" lang="en-US" sz="1400" b="1" i="0" u="none" strike="noStrike" cap="none" normalizeH="0" baseline="0" dirty="0" smtClean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Report – Recon</a:t>
                  </a:r>
                  <a:r>
                    <a:rPr kumimoji="0" lang="en-US" sz="1400" b="1" i="0" u="none" strike="noStrike" cap="none" normalizeH="0" dirty="0" smtClean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Tool</a:t>
                  </a:r>
                  <a:endParaRPr kumimoji="0" lang="en-US" sz="1400" b="1" i="0" u="none" strike="noStrike" cap="none" normalizeH="0" baseline="0" dirty="0" smtClean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aphicFrame>
          <p:nvGraphicFramePr>
            <p:cNvPr id="37" name="Content Placeholder 10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146429585"/>
                </p:ext>
              </p:extLst>
            </p:nvPr>
          </p:nvGraphicFramePr>
          <p:xfrm>
            <a:off x="5105400" y="3225959"/>
            <a:ext cx="4608510" cy="1044202"/>
          </p:xfrm>
          <a:graphic>
            <a:graphicData uri="http://schemas.openxmlformats.org/drawingml/2006/table">
              <a:tbl>
                <a:tblPr firstRow="1" firstCol="1" bandRow="1">
                  <a:tableStyleId>{5C22544A-7EE6-4342-B048-85BDC9FD1C3A}</a:tableStyleId>
                </a:tblPr>
                <a:tblGrid>
                  <a:gridCol w="921702"/>
                  <a:gridCol w="684594"/>
                  <a:gridCol w="914400"/>
                  <a:gridCol w="1166112"/>
                  <a:gridCol w="921702"/>
                </a:tblGrid>
                <a:tr h="503545">
                  <a:tc>
                    <a:txBody>
                      <a:bodyPr/>
                      <a:lstStyle/>
                      <a:p>
                        <a:pPr marL="0" marR="0" algn="ctr">
                          <a:lnSpc>
                            <a:spcPts val="1875"/>
                          </a:lnSpc>
                        </a:pPr>
                        <a:r>
                          <a:rPr lang="en-US" sz="12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Result</a:t>
                        </a:r>
                        <a:endParaRPr lang="en-US" sz="1200" dirty="0">
                          <a:effectLst/>
                          <a:latin typeface="Times New Roman" panose="02020603050405020304" pitchFamily="18" charset="0"/>
                          <a:ea typeface="SimSun"/>
                          <a:cs typeface="Times New Roman" panose="02020603050405020304" pitchFamily="18" charset="0"/>
                        </a:endParaRPr>
                      </a:p>
                    </a:txBody>
                    <a:tcPr marL="13167" marR="13167" marT="13167" marB="13167"/>
                  </a:tc>
                  <a:tc>
                    <a:txBody>
                      <a:bodyPr/>
                      <a:lstStyle/>
                      <a:p>
                        <a:pPr marL="0" marR="0" algn="ctr">
                          <a:lnSpc>
                            <a:spcPts val="1875"/>
                          </a:lnSpc>
                        </a:pPr>
                        <a:r>
                          <a:rPr lang="en-US" sz="12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RIC</a:t>
                        </a:r>
                        <a:endParaRPr lang="en-US" sz="1200" dirty="0">
                          <a:effectLst/>
                          <a:latin typeface="Times New Roman" panose="02020603050405020304" pitchFamily="18" charset="0"/>
                          <a:ea typeface="SimSun"/>
                          <a:cs typeface="Times New Roman" panose="02020603050405020304" pitchFamily="18" charset="0"/>
                        </a:endParaRPr>
                      </a:p>
                    </a:txBody>
                    <a:tcPr marL="13167" marR="13167" marT="13167" marB="13167"/>
                  </a:tc>
                  <a:tc>
                    <a:txBody>
                      <a:bodyPr/>
                      <a:lstStyle/>
                      <a:p>
                        <a:pPr marL="0" marR="0" algn="ctr">
                          <a:lnSpc>
                            <a:spcPts val="1875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r>
                          <a:rPr lang="en-US" sz="12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Number of Differences</a:t>
                        </a:r>
                        <a:endParaRPr lang="en-US" sz="1200" dirty="0">
                          <a:effectLst/>
                          <a:latin typeface="Times New Roman" panose="02020603050405020304" pitchFamily="18" charset="0"/>
                          <a:ea typeface="SimSun"/>
                          <a:cs typeface="Times New Roman" panose="02020603050405020304" pitchFamily="18" charset="0"/>
                        </a:endParaRPr>
                      </a:p>
                    </a:txBody>
                    <a:tcPr marL="13167" marR="13167" marT="13167" marB="13167"/>
                  </a:tc>
                  <a:tc>
                    <a:txBody>
                      <a:bodyPr/>
                      <a:lstStyle/>
                      <a:p>
                        <a:pPr marL="0" marR="0" algn="ctr">
                          <a:lnSpc>
                            <a:spcPts val="1875"/>
                          </a:lnSpc>
                        </a:pPr>
                        <a:r>
                          <a:rPr lang="en-US" sz="12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Message</a:t>
                        </a:r>
                        <a:endParaRPr lang="en-US" sz="1200" dirty="0">
                          <a:effectLst/>
                          <a:latin typeface="Times New Roman" panose="02020603050405020304" pitchFamily="18" charset="0"/>
                          <a:ea typeface="SimSun"/>
                          <a:cs typeface="Times New Roman" panose="02020603050405020304" pitchFamily="18" charset="0"/>
                        </a:endParaRPr>
                      </a:p>
                    </a:txBody>
                    <a:tcPr marL="13167" marR="13167" marT="13167" marB="13167"/>
                  </a:tc>
                  <a:tc>
                    <a:txBody>
                      <a:bodyPr/>
                      <a:lstStyle/>
                      <a:p>
                        <a:pPr marL="0" marR="0" algn="ctr">
                          <a:lnSpc>
                            <a:spcPts val="1875"/>
                          </a:lnSpc>
                        </a:pPr>
                        <a:r>
                          <a:rPr lang="en-US" sz="12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Data Source</a:t>
                        </a:r>
                        <a:endParaRPr lang="en-US" sz="1200" dirty="0">
                          <a:effectLst/>
                          <a:latin typeface="Times New Roman" panose="02020603050405020304" pitchFamily="18" charset="0"/>
                          <a:ea typeface="SimSun"/>
                          <a:cs typeface="Times New Roman" panose="02020603050405020304" pitchFamily="18" charset="0"/>
                        </a:endParaRPr>
                      </a:p>
                    </a:txBody>
                    <a:tcPr marL="13167" marR="13167" marT="13167" marB="13167"/>
                  </a:tc>
                </a:tr>
                <a:tr h="244888">
                  <a:tc rowSpan="2">
                    <a:txBody>
                      <a:bodyPr/>
                      <a:lstStyle/>
                      <a:p>
                        <a:pPr marL="0" marR="0" algn="ctr">
                          <a:lnSpc>
                            <a:spcPts val="1875"/>
                          </a:lnSpc>
                        </a:pPr>
                        <a:r>
                          <a:rPr lang="en-US" sz="11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DIFF</a:t>
                        </a:r>
                        <a:endParaRPr lang="en-US" sz="1100" dirty="0">
                          <a:effectLst/>
                          <a:latin typeface="Times New Roman" panose="02020603050405020304" pitchFamily="18" charset="0"/>
                          <a:ea typeface="SimSun"/>
                          <a:cs typeface="Times New Roman" panose="02020603050405020304" pitchFamily="18" charset="0"/>
                        </a:endParaRPr>
                      </a:p>
                    </a:txBody>
                    <a:tcPr marL="13167" marR="13167" marT="13167" marB="13167" anchor="ctr"/>
                  </a:tc>
                  <a:tc rowSpan="2">
                    <a:txBody>
                      <a:bodyPr/>
                      <a:lstStyle/>
                      <a:p>
                        <a:pPr marL="0" marR="0" algn="ctr">
                          <a:lnSpc>
                            <a:spcPts val="1875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r>
                          <a:rPr lang="en-US" sz="1100" dirty="0" smtClean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8411.JNX</a:t>
                        </a:r>
                        <a:endParaRPr lang="en-US" sz="1100" dirty="0">
                          <a:effectLst/>
                          <a:latin typeface="Times New Roman" panose="02020603050405020304" pitchFamily="18" charset="0"/>
                          <a:ea typeface="SimSun"/>
                          <a:cs typeface="Times New Roman" panose="02020603050405020304" pitchFamily="18" charset="0"/>
                        </a:endParaRPr>
                      </a:p>
                    </a:txBody>
                    <a:tcPr marL="13167" marR="13167" marT="13167" marB="13167" anchor="ctr"/>
                  </a:tc>
                  <a:tc rowSpan="2">
                    <a:txBody>
                      <a:bodyPr/>
                      <a:lstStyle/>
                      <a:p>
                        <a:pPr marL="0" marR="0" algn="ctr">
                          <a:lnSpc>
                            <a:spcPts val="1875"/>
                          </a:lnSpc>
                        </a:pPr>
                        <a:r>
                          <a:rPr lang="en-US" sz="11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  <a:endParaRPr lang="en-US" sz="1100" dirty="0">
                          <a:effectLst/>
                          <a:latin typeface="Times New Roman" panose="02020603050405020304" pitchFamily="18" charset="0"/>
                          <a:ea typeface="SimSun"/>
                          <a:cs typeface="Times New Roman" panose="02020603050405020304" pitchFamily="18" charset="0"/>
                        </a:endParaRPr>
                      </a:p>
                    </a:txBody>
                    <a:tcPr marL="13167" marR="13167" marT="13167" marB="13167" anchor="ctr"/>
                  </a:tc>
                  <a:tc>
                    <a:txBody>
                      <a:bodyPr/>
                      <a:lstStyle/>
                      <a:p>
                        <a:pPr marL="0" marR="0" algn="ctr">
                          <a:lnSpc>
                            <a:spcPts val="1875"/>
                          </a:lnSpc>
                        </a:pPr>
                        <a:r>
                          <a:rPr lang="en-US" sz="1100" dirty="0" err="1" smtClean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closingPrice</a:t>
                        </a:r>
                        <a:r>
                          <a:rPr lang="en-US" sz="1100" dirty="0" smtClean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=200.0, </a:t>
                        </a:r>
                        <a:endParaRPr lang="en-US" sz="1100" dirty="0">
                          <a:effectLst/>
                          <a:latin typeface="Times New Roman" panose="02020603050405020304" pitchFamily="18" charset="0"/>
                          <a:ea typeface="SimSun"/>
                          <a:cs typeface="Times New Roman" panose="02020603050405020304" pitchFamily="18" charset="0"/>
                        </a:endParaRPr>
                      </a:p>
                    </a:txBody>
                    <a:tcPr marL="13167" marR="13167" marT="13167" marB="13167" anchor="ctr"/>
                  </a:tc>
                  <a:tc>
                    <a:txBody>
                      <a:bodyPr/>
                      <a:lstStyle/>
                      <a:p>
                        <a:pPr marL="0" marR="0" algn="ctr">
                          <a:lnSpc>
                            <a:spcPts val="1875"/>
                          </a:lnSpc>
                        </a:pPr>
                        <a:r>
                          <a:rPr lang="en-US" sz="11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JSDS</a:t>
                        </a:r>
                        <a:endParaRPr lang="en-US" sz="1100">
                          <a:effectLst/>
                          <a:latin typeface="Times New Roman" panose="02020603050405020304" pitchFamily="18" charset="0"/>
                          <a:ea typeface="SimSun"/>
                          <a:cs typeface="Times New Roman" panose="02020603050405020304" pitchFamily="18" charset="0"/>
                        </a:endParaRPr>
                      </a:p>
                    </a:txBody>
                    <a:tcPr marL="13167" marR="13167" marT="13167" marB="13167" anchor="ctr"/>
                  </a:tc>
                </a:tr>
                <a:tr h="89767">
                  <a:tc vMerge="1">
                    <a:txBody>
                      <a:bodyPr/>
                      <a:lstStyle/>
                      <a:p>
                        <a:endParaRPr lang="en-US"/>
                      </a:p>
                    </a:txBody>
                    <a:tcPr/>
                  </a:tc>
                  <a:tc vMerge="1">
                    <a:txBody>
                      <a:bodyPr/>
                      <a:lstStyle/>
                      <a:p>
                        <a:endParaRPr lang="en-US"/>
                      </a:p>
                    </a:txBody>
                    <a:tcPr/>
                  </a:tc>
                  <a:tc vMerge="1">
                    <a:txBody>
                      <a:bodyPr/>
                      <a:lstStyle/>
                      <a:p>
                        <a:endParaRPr lang="en-US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marL="0" marR="0" algn="ctr">
                          <a:lnSpc>
                            <a:spcPts val="1875"/>
                          </a:lnSpc>
                        </a:pPr>
                        <a:r>
                          <a:rPr lang="en-US" sz="1100" dirty="0" err="1" smtClean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closingPrice</a:t>
                        </a:r>
                        <a:r>
                          <a:rPr lang="en-US" sz="1100" dirty="0" smtClean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=154.4, </a:t>
                        </a:r>
                        <a:endParaRPr lang="en-US" sz="1100" dirty="0">
                          <a:effectLst/>
                          <a:latin typeface="Times New Roman" panose="02020603050405020304" pitchFamily="18" charset="0"/>
                          <a:ea typeface="SimSun"/>
                          <a:cs typeface="Times New Roman" panose="02020603050405020304" pitchFamily="18" charset="0"/>
                        </a:endParaRPr>
                      </a:p>
                    </a:txBody>
                    <a:tcPr marL="13167" marR="13167" marT="13167" marB="13167" anchor="ctr"/>
                  </a:tc>
                  <a:tc>
                    <a:txBody>
                      <a:bodyPr/>
                      <a:lstStyle/>
                      <a:p>
                        <a:pPr marL="0" marR="0" algn="ctr">
                          <a:lnSpc>
                            <a:spcPts val="1875"/>
                          </a:lnSpc>
                        </a:pPr>
                        <a:r>
                          <a:rPr lang="en-US" sz="11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Takara</a:t>
                        </a:r>
                        <a:endParaRPr lang="en-US" sz="1100" dirty="0">
                          <a:effectLst/>
                          <a:latin typeface="Times New Roman" panose="02020603050405020304" pitchFamily="18" charset="0"/>
                          <a:ea typeface="SimSun"/>
                          <a:cs typeface="Times New Roman" panose="02020603050405020304" pitchFamily="18" charset="0"/>
                        </a:endParaRPr>
                      </a:p>
                    </a:txBody>
                    <a:tcPr marL="13167" marR="13167" marT="13167" marB="13167" anchor="ctr"/>
                  </a:tc>
                </a:tr>
              </a:tbl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807749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/>
            <a:fld id="{B1F92669-E9AC-495A-9485-4D654D029480}" type="slidenum">
              <a:rPr lang="en-GB" smtClean="0"/>
              <a:pPr algn="r"/>
              <a:t>7</a:t>
            </a:fld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Different data source - </a:t>
            </a:r>
            <a:r>
              <a:rPr lang="en-US" sz="1400" b="1" dirty="0" smtClean="0"/>
              <a:t>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Different data structure</a:t>
            </a:r>
          </a:p>
          <a:p>
            <a:pPr lvl="1" indent="0">
              <a:buNone/>
            </a:pPr>
            <a:endParaRPr lang="en-US" sz="1400" dirty="0" smtClean="0"/>
          </a:p>
          <a:p>
            <a:pPr lvl="1" indent="0">
              <a:buNone/>
            </a:pPr>
            <a:endParaRPr lang="en-US" sz="1400" dirty="0"/>
          </a:p>
          <a:p>
            <a:pPr lvl="1" indent="0">
              <a:buNone/>
            </a:pPr>
            <a:endParaRPr lang="en-US" sz="1400" dirty="0" smtClean="0"/>
          </a:p>
          <a:p>
            <a:pPr lvl="1" indent="0">
              <a:buNone/>
            </a:pPr>
            <a:endParaRPr lang="en-US" sz="1400" dirty="0"/>
          </a:p>
          <a:p>
            <a:pPr lvl="1" indent="0">
              <a:buNone/>
            </a:pPr>
            <a:endParaRPr lang="en-US" sz="14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More markets</a:t>
            </a:r>
          </a:p>
          <a:p>
            <a:pPr lvl="1" indent="0">
              <a:buNone/>
            </a:pPr>
            <a:r>
              <a:rPr lang="en-US" sz="1400" dirty="0" smtClean="0"/>
              <a:t>   67 markets: ASX, CHJ, CHV, SBI, TYO…</a:t>
            </a:r>
          </a:p>
          <a:p>
            <a:pPr lvl="1" indent="0">
              <a:buNone/>
            </a:pPr>
            <a:endParaRPr lang="en-US" sz="1400" dirty="0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1600" dirty="0" smtClean="0"/>
              <a:t>Recon Tool </a:t>
            </a:r>
            <a:r>
              <a:rPr lang="en-US" sz="1600" dirty="0" smtClean="0"/>
              <a:t>for </a:t>
            </a:r>
            <a:r>
              <a:rPr lang="en-US" sz="1600" dirty="0" err="1" smtClean="0"/>
              <a:t>ModelEx</a:t>
            </a:r>
            <a:r>
              <a:rPr lang="en-US" sz="1600" dirty="0" smtClean="0"/>
              <a:t> Team</a:t>
            </a:r>
            <a:endParaRPr lang="en-US" sz="1600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Extension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1066801" y="2590800"/>
            <a:ext cx="1295400" cy="1295400"/>
            <a:chOff x="1059180" y="3200400"/>
            <a:chExt cx="1295400" cy="1295400"/>
          </a:xfrm>
        </p:grpSpPr>
        <p:pic>
          <p:nvPicPr>
            <p:cNvPr id="2052" name="Picture 4" descr="âxmlâçå¾çæç´¢ç»æ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3001" y="3200400"/>
              <a:ext cx="990600" cy="9144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ectangle 6"/>
            <p:cNvSpPr/>
            <p:nvPr/>
          </p:nvSpPr>
          <p:spPr bwMode="auto">
            <a:xfrm>
              <a:off x="1059180" y="4114800"/>
              <a:ext cx="1295400" cy="381000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36000" rIns="36000" bIns="3600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XML Data (RDS)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3124200" y="2670810"/>
            <a:ext cx="1828800" cy="1211579"/>
            <a:chOff x="3276600" y="2990847"/>
            <a:chExt cx="1828800" cy="1211579"/>
          </a:xfrm>
        </p:grpSpPr>
        <p:sp>
          <p:nvSpPr>
            <p:cNvPr id="13" name="Rectangle 12"/>
            <p:cNvSpPr/>
            <p:nvPr/>
          </p:nvSpPr>
          <p:spPr bwMode="auto">
            <a:xfrm>
              <a:off x="3276600" y="3821426"/>
              <a:ext cx="1828800" cy="381000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36000" rIns="36000" bIns="3600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200" b="1" dirty="0" smtClean="0">
                  <a:latin typeface="Arial" charset="0"/>
                </a:rPr>
                <a:t>Java Class</a:t>
              </a:r>
              <a:r>
                <a:rPr kumimoji="0" lang="en-US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 (Takara)</a:t>
              </a:r>
            </a:p>
          </p:txBody>
        </p:sp>
        <p:sp>
          <p:nvSpPr>
            <p:cNvPr id="9" name="Rectangle 8"/>
            <p:cNvSpPr/>
            <p:nvPr/>
          </p:nvSpPr>
          <p:spPr bwMode="auto">
            <a:xfrm>
              <a:off x="3276600" y="2990847"/>
              <a:ext cx="1828800" cy="77724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36000" rIns="36000" bIns="36000" numCol="1" rtlCol="0" anchor="ctr" anchorCtr="1" compatLnSpc="1">
              <a:prstTxWarp prst="textNoShape">
                <a:avLst/>
              </a:prstTxWarp>
            </a:bodyPr>
            <a:lstStyle/>
            <a:p>
              <a:pPr marL="171450" marR="0" indent="-17145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r>
                <a:rPr kumimoji="0" lang="en-US" sz="1200" b="1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Data.getClosePirce</a:t>
              </a:r>
              <a:r>
                <a:rPr kumimoji="0" lang="en-US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();</a:t>
              </a:r>
            </a:p>
            <a:p>
              <a:pPr marL="171450" marR="0" indent="-17145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r>
                <a:rPr lang="en-US" sz="1200" b="1" dirty="0" err="1" smtClean="0">
                  <a:latin typeface="Arial" charset="0"/>
                </a:rPr>
                <a:t>Data.getLotSize</a:t>
              </a:r>
              <a:r>
                <a:rPr lang="en-US" sz="1200" b="1" dirty="0" smtClean="0">
                  <a:latin typeface="Arial" charset="0"/>
                </a:rPr>
                <a:t>();</a:t>
              </a:r>
            </a:p>
            <a:p>
              <a:pPr marL="171450" marR="0" indent="-17145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r>
                <a:rPr kumimoji="0" lang="en-US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3407394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/>
            <a:fld id="{B1F92669-E9AC-495A-9485-4D654D029480}" type="slidenum">
              <a:rPr lang="en-GB" smtClean="0"/>
              <a:pPr algn="r"/>
              <a:t>8</a:t>
            </a:fld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762000" y="1066800"/>
            <a:ext cx="7467600" cy="576000"/>
          </a:xfrm>
        </p:spPr>
        <p:txBody>
          <a:bodyPr/>
          <a:lstStyle/>
          <a:p>
            <a:r>
              <a:rPr lang="en-US" dirty="0" smtClean="0"/>
              <a:t>Data Parser</a:t>
            </a:r>
          </a:p>
          <a:p>
            <a:r>
              <a:rPr lang="en-US" b="0" dirty="0" smtClean="0"/>
              <a:t>For different data source, using different data parser to transform into a unified data structure.</a:t>
            </a:r>
            <a:endParaRPr lang="en-US" b="0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Extension</a:t>
            </a:r>
            <a:endParaRPr lang="en-US" dirty="0"/>
          </a:p>
        </p:txBody>
      </p:sp>
      <p:grpSp>
        <p:nvGrpSpPr>
          <p:cNvPr id="43" name="Group 42"/>
          <p:cNvGrpSpPr/>
          <p:nvPr/>
        </p:nvGrpSpPr>
        <p:grpSpPr>
          <a:xfrm>
            <a:off x="1264920" y="1981200"/>
            <a:ext cx="6736080" cy="3342067"/>
            <a:chOff x="1264920" y="1900840"/>
            <a:chExt cx="6736080" cy="3342067"/>
          </a:xfrm>
        </p:grpSpPr>
        <p:sp>
          <p:nvSpPr>
            <p:cNvPr id="12" name="Freeform 11"/>
            <p:cNvSpPr/>
            <p:nvPr/>
          </p:nvSpPr>
          <p:spPr>
            <a:xfrm>
              <a:off x="3604260" y="1900840"/>
              <a:ext cx="991108" cy="964279"/>
            </a:xfrm>
            <a:custGeom>
              <a:avLst/>
              <a:gdLst>
                <a:gd name="connsiteX0" fmla="*/ 0 w 1318959"/>
                <a:gd name="connsiteY0" fmla="*/ 659480 h 1318959"/>
                <a:gd name="connsiteX1" fmla="*/ 659480 w 1318959"/>
                <a:gd name="connsiteY1" fmla="*/ 0 h 1318959"/>
                <a:gd name="connsiteX2" fmla="*/ 1318960 w 1318959"/>
                <a:gd name="connsiteY2" fmla="*/ 659480 h 1318959"/>
                <a:gd name="connsiteX3" fmla="*/ 659480 w 1318959"/>
                <a:gd name="connsiteY3" fmla="*/ 1318960 h 1318959"/>
                <a:gd name="connsiteX4" fmla="*/ 0 w 1318959"/>
                <a:gd name="connsiteY4" fmla="*/ 659480 h 1318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8959" h="1318959">
                  <a:moveTo>
                    <a:pt x="0" y="659480"/>
                  </a:moveTo>
                  <a:cubicBezTo>
                    <a:pt x="0" y="295259"/>
                    <a:pt x="295259" y="0"/>
                    <a:pt x="659480" y="0"/>
                  </a:cubicBezTo>
                  <a:cubicBezTo>
                    <a:pt x="1023701" y="0"/>
                    <a:pt x="1318960" y="295259"/>
                    <a:pt x="1318960" y="659480"/>
                  </a:cubicBezTo>
                  <a:cubicBezTo>
                    <a:pt x="1318960" y="1023701"/>
                    <a:pt x="1023701" y="1318960"/>
                    <a:pt x="659480" y="1318960"/>
                  </a:cubicBezTo>
                  <a:cubicBezTo>
                    <a:pt x="295259" y="1318960"/>
                    <a:pt x="0" y="1023701"/>
                    <a:pt x="0" y="659480"/>
                  </a:cubicBezTo>
                  <a:close/>
                </a:path>
              </a:pathLst>
            </a:custGeom>
            <a:solidFill>
              <a:srgbClr val="00B0F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05857" tIns="205857" rIns="205857" bIns="205857" numCol="1" spcCol="1270" anchor="ctr" anchorCtr="0">
              <a:noAutofit/>
            </a:bodyPr>
            <a:lstStyle/>
            <a:p>
              <a:pPr lvl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b="1" kern="1200" dirty="0" smtClean="0"/>
                <a:t>JSDS</a:t>
              </a:r>
            </a:p>
            <a:p>
              <a:pPr lvl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b="1" kern="1200" dirty="0" smtClean="0"/>
                <a:t>Parser</a:t>
              </a:r>
              <a:endParaRPr lang="en-US" sz="1400" b="1" kern="1200" dirty="0"/>
            </a:p>
          </p:txBody>
        </p:sp>
        <p:sp>
          <p:nvSpPr>
            <p:cNvPr id="14" name="Flowchart: Direct Access Storage 13"/>
            <p:cNvSpPr/>
            <p:nvPr/>
          </p:nvSpPr>
          <p:spPr bwMode="auto">
            <a:xfrm>
              <a:off x="1264920" y="2108660"/>
              <a:ext cx="1143000" cy="609600"/>
            </a:xfrm>
            <a:prstGeom prst="flowChartMagneticDrum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36000" rIns="36000" bIns="3600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JSDS</a:t>
              </a:r>
            </a:p>
          </p:txBody>
        </p:sp>
        <p:sp>
          <p:nvSpPr>
            <p:cNvPr id="15" name="Flowchart: Direct Access Storage 14"/>
            <p:cNvSpPr/>
            <p:nvPr/>
          </p:nvSpPr>
          <p:spPr bwMode="auto">
            <a:xfrm>
              <a:off x="1264920" y="3214940"/>
              <a:ext cx="1143000" cy="609600"/>
            </a:xfrm>
            <a:prstGeom prst="flowChartMagneticDrum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36000" rIns="36000" bIns="3600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RDS</a:t>
              </a:r>
            </a:p>
          </p:txBody>
        </p:sp>
        <p:sp>
          <p:nvSpPr>
            <p:cNvPr id="16" name="Flowchart: Direct Access Storage 15"/>
            <p:cNvSpPr/>
            <p:nvPr/>
          </p:nvSpPr>
          <p:spPr bwMode="auto">
            <a:xfrm>
              <a:off x="1264920" y="4455969"/>
              <a:ext cx="1143000" cy="609600"/>
            </a:xfrm>
            <a:prstGeom prst="flowChartMagneticDrum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36000" rIns="36000" bIns="3600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Takara</a:t>
              </a:r>
            </a:p>
          </p:txBody>
        </p:sp>
        <p:cxnSp>
          <p:nvCxnSpPr>
            <p:cNvPr id="19" name="Straight Arrow Connector 18"/>
            <p:cNvCxnSpPr/>
            <p:nvPr/>
          </p:nvCxnSpPr>
          <p:spPr bwMode="auto">
            <a:xfrm>
              <a:off x="2720340" y="2382980"/>
              <a:ext cx="609600" cy="0"/>
            </a:xfrm>
            <a:prstGeom prst="straightConnector1">
              <a:avLst/>
            </a:prstGeom>
            <a:solidFill>
              <a:schemeClr val="accent2"/>
            </a:solidFill>
            <a:ln w="38100" cap="flat" cmpd="sng" algn="ctr">
              <a:solidFill>
                <a:schemeClr val="accent4">
                  <a:lumMod val="25000"/>
                  <a:lumOff val="75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0" name="Straight Arrow Connector 19"/>
            <p:cNvCxnSpPr/>
            <p:nvPr/>
          </p:nvCxnSpPr>
          <p:spPr bwMode="auto">
            <a:xfrm>
              <a:off x="2682240" y="3534980"/>
              <a:ext cx="685800" cy="0"/>
            </a:xfrm>
            <a:prstGeom prst="straightConnector1">
              <a:avLst/>
            </a:prstGeom>
            <a:solidFill>
              <a:schemeClr val="accent2"/>
            </a:solidFill>
            <a:ln w="38100" cap="flat" cmpd="sng" algn="ctr">
              <a:solidFill>
                <a:schemeClr val="accent4">
                  <a:lumMod val="25000"/>
                  <a:lumOff val="75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2" name="Straight Arrow Connector 21"/>
            <p:cNvCxnSpPr/>
            <p:nvPr/>
          </p:nvCxnSpPr>
          <p:spPr bwMode="auto">
            <a:xfrm>
              <a:off x="2686050" y="4760768"/>
              <a:ext cx="681990" cy="1"/>
            </a:xfrm>
            <a:prstGeom prst="straightConnector1">
              <a:avLst/>
            </a:prstGeom>
            <a:solidFill>
              <a:schemeClr val="accent2"/>
            </a:solidFill>
            <a:ln w="38100" cap="flat" cmpd="sng" algn="ctr">
              <a:solidFill>
                <a:schemeClr val="accent4">
                  <a:lumMod val="25000"/>
                  <a:lumOff val="75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7" name="Straight Arrow Connector 26"/>
            <p:cNvCxnSpPr/>
            <p:nvPr/>
          </p:nvCxnSpPr>
          <p:spPr bwMode="auto">
            <a:xfrm>
              <a:off x="4953000" y="2580914"/>
              <a:ext cx="609600" cy="381000"/>
            </a:xfrm>
            <a:prstGeom prst="straightConnector1">
              <a:avLst/>
            </a:prstGeom>
            <a:solidFill>
              <a:schemeClr val="accent2"/>
            </a:solidFill>
            <a:ln w="38100" cap="flat" cmpd="sng" algn="ctr">
              <a:solidFill>
                <a:schemeClr val="accent4">
                  <a:lumMod val="25000"/>
                  <a:lumOff val="75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28" name="Rounded Rectangle 27"/>
            <p:cNvSpPr/>
            <p:nvPr/>
          </p:nvSpPr>
          <p:spPr bwMode="auto">
            <a:xfrm>
              <a:off x="5791200" y="2771414"/>
              <a:ext cx="2209800" cy="1579769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36000" rIns="36000" bIns="3600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Unified Data Structured</a:t>
              </a:r>
            </a:p>
            <a:p>
              <a:pPr marL="0" marR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  <a:p>
              <a:pPr marL="171450" marR="0" indent="-17145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r>
                <a:rPr kumimoji="0" lang="en-US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Key: Value</a:t>
              </a:r>
            </a:p>
            <a:p>
              <a:pPr marL="171450" marR="0" indent="-17145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r>
                <a:rPr lang="en-US" sz="1200" b="1" dirty="0" smtClean="0">
                  <a:latin typeface="Arial" charset="0"/>
                </a:rPr>
                <a:t>Key: Value</a:t>
              </a:r>
            </a:p>
            <a:p>
              <a:pPr marL="171450" marR="0" indent="-17145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r>
                <a:rPr kumimoji="0" lang="en-US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…</a:t>
              </a:r>
            </a:p>
          </p:txBody>
        </p:sp>
        <p:sp>
          <p:nvSpPr>
            <p:cNvPr id="31" name="Freeform 30"/>
            <p:cNvSpPr/>
            <p:nvPr/>
          </p:nvSpPr>
          <p:spPr>
            <a:xfrm>
              <a:off x="3604260" y="3072240"/>
              <a:ext cx="991108" cy="964279"/>
            </a:xfrm>
            <a:custGeom>
              <a:avLst/>
              <a:gdLst>
                <a:gd name="connsiteX0" fmla="*/ 0 w 1318959"/>
                <a:gd name="connsiteY0" fmla="*/ 659480 h 1318959"/>
                <a:gd name="connsiteX1" fmla="*/ 659480 w 1318959"/>
                <a:gd name="connsiteY1" fmla="*/ 0 h 1318959"/>
                <a:gd name="connsiteX2" fmla="*/ 1318960 w 1318959"/>
                <a:gd name="connsiteY2" fmla="*/ 659480 h 1318959"/>
                <a:gd name="connsiteX3" fmla="*/ 659480 w 1318959"/>
                <a:gd name="connsiteY3" fmla="*/ 1318960 h 1318959"/>
                <a:gd name="connsiteX4" fmla="*/ 0 w 1318959"/>
                <a:gd name="connsiteY4" fmla="*/ 659480 h 1318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8959" h="1318959">
                  <a:moveTo>
                    <a:pt x="0" y="659480"/>
                  </a:moveTo>
                  <a:cubicBezTo>
                    <a:pt x="0" y="295259"/>
                    <a:pt x="295259" y="0"/>
                    <a:pt x="659480" y="0"/>
                  </a:cubicBezTo>
                  <a:cubicBezTo>
                    <a:pt x="1023701" y="0"/>
                    <a:pt x="1318960" y="295259"/>
                    <a:pt x="1318960" y="659480"/>
                  </a:cubicBezTo>
                  <a:cubicBezTo>
                    <a:pt x="1318960" y="1023701"/>
                    <a:pt x="1023701" y="1318960"/>
                    <a:pt x="659480" y="1318960"/>
                  </a:cubicBezTo>
                  <a:cubicBezTo>
                    <a:pt x="295259" y="1318960"/>
                    <a:pt x="0" y="1023701"/>
                    <a:pt x="0" y="659480"/>
                  </a:cubicBezTo>
                  <a:close/>
                </a:path>
              </a:pathLst>
            </a:custGeom>
            <a:solidFill>
              <a:srgbClr val="00B0F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05857" tIns="205857" rIns="205857" bIns="205857" numCol="1" spcCol="1270" anchor="ctr" anchorCtr="0">
              <a:noAutofit/>
            </a:bodyPr>
            <a:lstStyle/>
            <a:p>
              <a:pPr lvl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b="1" dirty="0" smtClean="0"/>
                <a:t>RDS</a:t>
              </a:r>
              <a:endParaRPr lang="en-US" sz="1400" b="1" kern="1200" dirty="0" smtClean="0"/>
            </a:p>
            <a:p>
              <a:pPr lvl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b="1" kern="1200" dirty="0" smtClean="0"/>
                <a:t>Parser</a:t>
              </a:r>
              <a:endParaRPr lang="en-US" sz="1400" b="1" kern="1200" dirty="0"/>
            </a:p>
          </p:txBody>
        </p:sp>
        <p:sp>
          <p:nvSpPr>
            <p:cNvPr id="32" name="Freeform 31"/>
            <p:cNvSpPr/>
            <p:nvPr/>
          </p:nvSpPr>
          <p:spPr>
            <a:xfrm>
              <a:off x="3604260" y="4278628"/>
              <a:ext cx="991108" cy="964279"/>
            </a:xfrm>
            <a:custGeom>
              <a:avLst/>
              <a:gdLst>
                <a:gd name="connsiteX0" fmla="*/ 0 w 1318959"/>
                <a:gd name="connsiteY0" fmla="*/ 659480 h 1318959"/>
                <a:gd name="connsiteX1" fmla="*/ 659480 w 1318959"/>
                <a:gd name="connsiteY1" fmla="*/ 0 h 1318959"/>
                <a:gd name="connsiteX2" fmla="*/ 1318960 w 1318959"/>
                <a:gd name="connsiteY2" fmla="*/ 659480 h 1318959"/>
                <a:gd name="connsiteX3" fmla="*/ 659480 w 1318959"/>
                <a:gd name="connsiteY3" fmla="*/ 1318960 h 1318959"/>
                <a:gd name="connsiteX4" fmla="*/ 0 w 1318959"/>
                <a:gd name="connsiteY4" fmla="*/ 659480 h 1318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8959" h="1318959">
                  <a:moveTo>
                    <a:pt x="0" y="659480"/>
                  </a:moveTo>
                  <a:cubicBezTo>
                    <a:pt x="0" y="295259"/>
                    <a:pt x="295259" y="0"/>
                    <a:pt x="659480" y="0"/>
                  </a:cubicBezTo>
                  <a:cubicBezTo>
                    <a:pt x="1023701" y="0"/>
                    <a:pt x="1318960" y="295259"/>
                    <a:pt x="1318960" y="659480"/>
                  </a:cubicBezTo>
                  <a:cubicBezTo>
                    <a:pt x="1318960" y="1023701"/>
                    <a:pt x="1023701" y="1318960"/>
                    <a:pt x="659480" y="1318960"/>
                  </a:cubicBezTo>
                  <a:cubicBezTo>
                    <a:pt x="295259" y="1318960"/>
                    <a:pt x="0" y="1023701"/>
                    <a:pt x="0" y="659480"/>
                  </a:cubicBezTo>
                  <a:close/>
                </a:path>
              </a:pathLst>
            </a:custGeom>
            <a:solidFill>
              <a:srgbClr val="00B0F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05857" tIns="205857" rIns="205857" bIns="205857" numCol="1" spcCol="1270" anchor="ctr" anchorCtr="0">
              <a:noAutofit/>
            </a:bodyPr>
            <a:lstStyle/>
            <a:p>
              <a:pPr lvl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b="1" dirty="0" smtClean="0"/>
                <a:t>Takara</a:t>
              </a:r>
              <a:endParaRPr lang="en-US" sz="1400" b="1" kern="1200" dirty="0" smtClean="0"/>
            </a:p>
            <a:p>
              <a:pPr lvl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b="1" kern="1200" dirty="0" smtClean="0"/>
                <a:t>Parser</a:t>
              </a:r>
              <a:endParaRPr lang="en-US" sz="1400" b="1" kern="1200" dirty="0"/>
            </a:p>
          </p:txBody>
        </p:sp>
        <p:cxnSp>
          <p:nvCxnSpPr>
            <p:cNvPr id="37" name="Straight Arrow Connector 36"/>
            <p:cNvCxnSpPr/>
            <p:nvPr/>
          </p:nvCxnSpPr>
          <p:spPr bwMode="auto">
            <a:xfrm>
              <a:off x="4861560" y="3561299"/>
              <a:ext cx="685800" cy="0"/>
            </a:xfrm>
            <a:prstGeom prst="straightConnector1">
              <a:avLst/>
            </a:prstGeom>
            <a:solidFill>
              <a:schemeClr val="accent2"/>
            </a:solidFill>
            <a:ln w="38100" cap="flat" cmpd="sng" algn="ctr">
              <a:solidFill>
                <a:schemeClr val="accent4">
                  <a:lumMod val="25000"/>
                  <a:lumOff val="75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8" name="Straight Arrow Connector 37"/>
            <p:cNvCxnSpPr/>
            <p:nvPr/>
          </p:nvCxnSpPr>
          <p:spPr bwMode="auto">
            <a:xfrm flipV="1">
              <a:off x="4953000" y="4151169"/>
              <a:ext cx="609600" cy="304800"/>
            </a:xfrm>
            <a:prstGeom prst="straightConnector1">
              <a:avLst/>
            </a:prstGeom>
            <a:solidFill>
              <a:schemeClr val="accent2"/>
            </a:solidFill>
            <a:ln w="38100" cap="flat" cmpd="sng" algn="ctr">
              <a:solidFill>
                <a:schemeClr val="accent4">
                  <a:lumMod val="25000"/>
                  <a:lumOff val="75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53407394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/>
            <a:fld id="{B1F92669-E9AC-495A-9485-4D654D029480}" type="slidenum">
              <a:rPr lang="en-GB" smtClean="0"/>
              <a:pPr algn="r"/>
              <a:t>9</a:t>
            </a:fld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5400" y="2285999"/>
            <a:ext cx="4381800" cy="3962400"/>
          </a:xfrm>
          <a:solidFill>
            <a:schemeClr val="bg2"/>
          </a:solidFill>
        </p:spPr>
        <p:txBody>
          <a:bodyPr/>
          <a:lstStyle/>
          <a:p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 smtClean="0"/>
              <a:t>Example: </a:t>
            </a:r>
            <a:r>
              <a:rPr lang="en-US" dirty="0" smtClean="0"/>
              <a:t>JSDS</a:t>
            </a:r>
            <a:r>
              <a:rPr lang="en-US" dirty="0" smtClean="0"/>
              <a:t> </a:t>
            </a:r>
            <a:r>
              <a:rPr lang="en-US" dirty="0" smtClean="0"/>
              <a:t>Parser</a:t>
            </a:r>
            <a:endParaRPr lang="en-US" dirty="0"/>
          </a:p>
          <a:p>
            <a:r>
              <a:rPr lang="en-US" b="0" dirty="0"/>
              <a:t> </a:t>
            </a:r>
            <a:r>
              <a:rPr lang="en-US" b="0" dirty="0" smtClean="0"/>
              <a:t>       XPath(XML Path Language) is a query language for XML data.</a:t>
            </a:r>
            <a:endParaRPr lang="en-US" b="0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7660" y="1912619"/>
            <a:ext cx="4495800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 smtClean="0"/>
              <a:t>XML from JSDS client:</a:t>
            </a:r>
            <a:endParaRPr lang="en-US" sz="1400" b="1" dirty="0" smtClean="0"/>
          </a:p>
          <a:p>
            <a:endParaRPr lang="en-US" sz="1000" dirty="0" smtClean="0"/>
          </a:p>
          <a:p>
            <a:r>
              <a:rPr lang="en-US" sz="1000" dirty="0"/>
              <a:t> &lt;</a:t>
            </a:r>
            <a:r>
              <a:rPr lang="en-US" sz="1000" b="1" dirty="0">
                <a:solidFill>
                  <a:srgbClr val="000080"/>
                </a:solidFill>
              </a:rPr>
              <a:t>data</a:t>
            </a:r>
            <a:r>
              <a:rPr lang="en-US" sz="1000" dirty="0"/>
              <a:t>&gt;</a:t>
            </a:r>
            <a:br>
              <a:rPr lang="en-US" sz="1000" dirty="0"/>
            </a:br>
            <a:r>
              <a:rPr lang="en-US" sz="1000" dirty="0"/>
              <a:t>     </a:t>
            </a:r>
            <a:r>
              <a:rPr lang="en-US" sz="1000" dirty="0" smtClean="0"/>
              <a:t>&lt;</a:t>
            </a:r>
            <a:r>
              <a:rPr lang="en-US" sz="1000" b="1" dirty="0">
                <a:solidFill>
                  <a:srgbClr val="000080"/>
                </a:solidFill>
              </a:rPr>
              <a:t>instrument</a:t>
            </a:r>
            <a:r>
              <a:rPr lang="en-US" sz="1000" dirty="0"/>
              <a:t> </a:t>
            </a:r>
            <a:r>
              <a:rPr lang="en-US" sz="1000" dirty="0" err="1"/>
              <a:t>issueCurrency</a:t>
            </a:r>
            <a:r>
              <a:rPr lang="en-US" sz="1000" dirty="0"/>
              <a:t>="JPY"</a:t>
            </a:r>
            <a:r>
              <a:rPr lang="en-US" sz="1000" b="1" dirty="0">
                <a:solidFill>
                  <a:srgbClr val="008000"/>
                </a:solidFill>
              </a:rPr>
              <a:t> </a:t>
            </a:r>
            <a:r>
              <a:rPr lang="en-US" sz="1000" b="1" dirty="0" err="1">
                <a:solidFill>
                  <a:srgbClr val="0000FF"/>
                </a:solidFill>
              </a:rPr>
              <a:t>productType</a:t>
            </a:r>
            <a:r>
              <a:rPr lang="en-US" sz="1000" b="1" dirty="0">
                <a:solidFill>
                  <a:srgbClr val="0000FF"/>
                </a:solidFill>
              </a:rPr>
              <a:t>=</a:t>
            </a:r>
            <a:r>
              <a:rPr lang="en-US" sz="1000" b="1" dirty="0">
                <a:solidFill>
                  <a:srgbClr val="008000"/>
                </a:solidFill>
              </a:rPr>
              <a:t>"EQ" </a:t>
            </a:r>
            <a:r>
              <a:rPr lang="en-US" sz="1000" dirty="0"/>
              <a:t>… &gt;</a:t>
            </a:r>
            <a:br>
              <a:rPr lang="en-US" sz="1000" dirty="0"/>
            </a:br>
            <a:r>
              <a:rPr lang="en-US" sz="1000" dirty="0"/>
              <a:t>     </a:t>
            </a:r>
            <a:r>
              <a:rPr lang="en-US" sz="1000" dirty="0" smtClean="0"/>
              <a:t>&lt;</a:t>
            </a:r>
            <a:r>
              <a:rPr lang="en-US" sz="1000" b="1" dirty="0">
                <a:solidFill>
                  <a:srgbClr val="000080"/>
                </a:solidFill>
              </a:rPr>
              <a:t>listings</a:t>
            </a:r>
            <a:r>
              <a:rPr lang="en-US" sz="1000" dirty="0"/>
              <a:t>&gt;</a:t>
            </a:r>
            <a:br>
              <a:rPr lang="en-US" sz="1000" dirty="0"/>
            </a:br>
            <a:r>
              <a:rPr lang="en-US" sz="1000" dirty="0"/>
              <a:t>     </a:t>
            </a:r>
            <a:r>
              <a:rPr lang="en-US" sz="1000" dirty="0" smtClean="0"/>
              <a:t>   </a:t>
            </a:r>
            <a:r>
              <a:rPr lang="en-US" sz="1000" dirty="0"/>
              <a:t>&lt;</a:t>
            </a:r>
            <a:r>
              <a:rPr lang="en-US" sz="1000" b="1" dirty="0">
                <a:solidFill>
                  <a:srgbClr val="000080"/>
                </a:solidFill>
              </a:rPr>
              <a:t>listing  </a:t>
            </a:r>
            <a:r>
              <a:rPr lang="en-US" sz="1000" b="1" dirty="0" err="1">
                <a:solidFill>
                  <a:srgbClr val="0000FF"/>
                </a:solidFill>
              </a:rPr>
              <a:t>lotSize</a:t>
            </a:r>
            <a:r>
              <a:rPr lang="en-US" sz="1000" b="1" dirty="0">
                <a:solidFill>
                  <a:srgbClr val="0000FF"/>
                </a:solidFill>
              </a:rPr>
              <a:t>=</a:t>
            </a:r>
            <a:r>
              <a:rPr lang="en-US" sz="1000" b="1" dirty="0">
                <a:solidFill>
                  <a:srgbClr val="008000"/>
                </a:solidFill>
              </a:rPr>
              <a:t>"100" </a:t>
            </a:r>
            <a:r>
              <a:rPr lang="en-US" sz="1000" b="1" dirty="0" err="1">
                <a:solidFill>
                  <a:srgbClr val="0000FF"/>
                </a:solidFill>
              </a:rPr>
              <a:t>closingPrice</a:t>
            </a:r>
            <a:r>
              <a:rPr lang="en-US" sz="1000" b="1" dirty="0">
                <a:solidFill>
                  <a:srgbClr val="0000FF"/>
                </a:solidFill>
              </a:rPr>
              <a:t>=</a:t>
            </a:r>
            <a:r>
              <a:rPr lang="en-US" sz="1000" b="1" dirty="0">
                <a:solidFill>
                  <a:srgbClr val="008000"/>
                </a:solidFill>
              </a:rPr>
              <a:t>"4765.0" </a:t>
            </a:r>
            <a:r>
              <a:rPr lang="en-US" sz="1000" dirty="0" err="1"/>
              <a:t>isTradeable</a:t>
            </a:r>
            <a:r>
              <a:rPr lang="en-US" sz="1000" dirty="0"/>
              <a:t>="false"…&gt;</a:t>
            </a:r>
            <a:br>
              <a:rPr lang="en-US" sz="1000" dirty="0"/>
            </a:br>
            <a:r>
              <a:rPr lang="en-US" sz="1000" dirty="0"/>
              <a:t>            …</a:t>
            </a:r>
            <a:br>
              <a:rPr lang="en-US" sz="1000" dirty="0"/>
            </a:br>
            <a:r>
              <a:rPr lang="en-US" sz="1000" dirty="0"/>
              <a:t>     </a:t>
            </a:r>
            <a:r>
              <a:rPr lang="en-US" sz="1000" dirty="0" smtClean="0"/>
              <a:t>   </a:t>
            </a:r>
            <a:r>
              <a:rPr lang="en-US" sz="1000" dirty="0"/>
              <a:t>&lt;</a:t>
            </a:r>
            <a:r>
              <a:rPr lang="en-US" sz="1000" b="1" dirty="0">
                <a:solidFill>
                  <a:srgbClr val="000080"/>
                </a:solidFill>
              </a:rPr>
              <a:t>segment </a:t>
            </a:r>
            <a:r>
              <a:rPr lang="en-US" sz="1000" dirty="0"/>
              <a:t>&gt;</a:t>
            </a:r>
            <a:br>
              <a:rPr lang="en-US" sz="1000" dirty="0"/>
            </a:br>
            <a:r>
              <a:rPr lang="en-US" sz="1000" dirty="0"/>
              <a:t>            &lt;</a:t>
            </a:r>
            <a:r>
              <a:rPr lang="en-US" sz="1000" b="1" dirty="0">
                <a:solidFill>
                  <a:srgbClr val="000080"/>
                </a:solidFill>
              </a:rPr>
              <a:t>exchange  </a:t>
            </a:r>
            <a:r>
              <a:rPr lang="en-US" sz="1000" b="1" dirty="0">
                <a:solidFill>
                  <a:srgbClr val="0000FF"/>
                </a:solidFill>
              </a:rPr>
              <a:t>value=</a:t>
            </a:r>
            <a:r>
              <a:rPr lang="en-US" sz="1000" b="1" dirty="0">
                <a:solidFill>
                  <a:srgbClr val="008000"/>
                </a:solidFill>
              </a:rPr>
              <a:t>"TYO"</a:t>
            </a:r>
            <a:r>
              <a:rPr lang="en-US" sz="1000" dirty="0"/>
              <a:t>/&gt;</a:t>
            </a:r>
            <a:br>
              <a:rPr lang="en-US" sz="1000" dirty="0"/>
            </a:br>
            <a:r>
              <a:rPr lang="en-US" sz="1000" dirty="0"/>
              <a:t>        &lt;/</a:t>
            </a:r>
            <a:r>
              <a:rPr lang="en-US" sz="1000" b="1" dirty="0">
                <a:solidFill>
                  <a:srgbClr val="000080"/>
                </a:solidFill>
              </a:rPr>
              <a:t>segment</a:t>
            </a:r>
            <a:r>
              <a:rPr lang="en-US" sz="1000" dirty="0"/>
              <a:t>&gt;</a:t>
            </a:r>
            <a:br>
              <a:rPr lang="en-US" sz="1000" dirty="0"/>
            </a:br>
            <a:r>
              <a:rPr lang="en-US" sz="1000" dirty="0"/>
              <a:t>     </a:t>
            </a:r>
            <a:r>
              <a:rPr lang="en-US" sz="1000" dirty="0" smtClean="0"/>
              <a:t>&lt;</a:t>
            </a:r>
            <a:r>
              <a:rPr lang="en-US" sz="1000" b="1" dirty="0">
                <a:solidFill>
                  <a:srgbClr val="000080"/>
                </a:solidFill>
              </a:rPr>
              <a:t>listing   </a:t>
            </a:r>
            <a:r>
              <a:rPr lang="en-US" sz="1000" b="1" dirty="0" err="1">
                <a:solidFill>
                  <a:srgbClr val="0000FF"/>
                </a:solidFill>
              </a:rPr>
              <a:t>lotSize</a:t>
            </a:r>
            <a:r>
              <a:rPr lang="en-US" sz="1000" b="1" dirty="0">
                <a:solidFill>
                  <a:srgbClr val="0000FF"/>
                </a:solidFill>
              </a:rPr>
              <a:t>=</a:t>
            </a:r>
            <a:r>
              <a:rPr lang="en-US" sz="1000" b="1" dirty="0">
                <a:solidFill>
                  <a:srgbClr val="008000"/>
                </a:solidFill>
              </a:rPr>
              <a:t>"100" </a:t>
            </a:r>
            <a:r>
              <a:rPr lang="en-US" sz="1000" b="1" dirty="0" err="1">
                <a:solidFill>
                  <a:srgbClr val="0000FF"/>
                </a:solidFill>
              </a:rPr>
              <a:t>closingPrice</a:t>
            </a:r>
            <a:r>
              <a:rPr lang="en-US" sz="1000" b="1" dirty="0">
                <a:solidFill>
                  <a:srgbClr val="0000FF"/>
                </a:solidFill>
              </a:rPr>
              <a:t>=</a:t>
            </a:r>
            <a:r>
              <a:rPr lang="en-US" sz="1000" b="1" dirty="0">
                <a:solidFill>
                  <a:srgbClr val="008000"/>
                </a:solidFill>
              </a:rPr>
              <a:t>"1680.0" </a:t>
            </a:r>
            <a:r>
              <a:rPr lang="en-US" sz="1000" dirty="0" err="1"/>
              <a:t>isTradeable</a:t>
            </a:r>
            <a:r>
              <a:rPr lang="en-US" sz="1000" dirty="0"/>
              <a:t>="false"…&gt;</a:t>
            </a:r>
            <a:br>
              <a:rPr lang="en-US" sz="1000" dirty="0"/>
            </a:br>
            <a:r>
              <a:rPr lang="en-US" sz="1000" dirty="0"/>
              <a:t>        …</a:t>
            </a:r>
            <a:br>
              <a:rPr lang="en-US" sz="1000" dirty="0"/>
            </a:br>
            <a:r>
              <a:rPr lang="en-US" sz="1000" dirty="0"/>
              <a:t>     </a:t>
            </a:r>
            <a:r>
              <a:rPr lang="en-US" sz="1000" dirty="0" smtClean="0"/>
              <a:t>  </a:t>
            </a:r>
            <a:r>
              <a:rPr lang="en-US" sz="1000" dirty="0"/>
              <a:t>&lt;</a:t>
            </a:r>
            <a:r>
              <a:rPr lang="en-US" sz="1000" b="1" dirty="0">
                <a:solidFill>
                  <a:srgbClr val="000080"/>
                </a:solidFill>
              </a:rPr>
              <a:t>segment </a:t>
            </a:r>
            <a:r>
              <a:rPr lang="en-US" sz="1000" dirty="0"/>
              <a:t>…&gt;</a:t>
            </a:r>
            <a:br>
              <a:rPr lang="en-US" sz="1000" dirty="0"/>
            </a:br>
            <a:r>
              <a:rPr lang="en-US" sz="1000" dirty="0"/>
              <a:t>        &lt;</a:t>
            </a:r>
            <a:r>
              <a:rPr lang="en-US" sz="1000" b="1" dirty="0">
                <a:solidFill>
                  <a:srgbClr val="000080"/>
                </a:solidFill>
              </a:rPr>
              <a:t>exchange </a:t>
            </a:r>
            <a:r>
              <a:rPr lang="en-US" sz="1000" dirty="0"/>
              <a:t>… </a:t>
            </a:r>
            <a:r>
              <a:rPr lang="en-US" sz="1000" b="1" dirty="0">
                <a:solidFill>
                  <a:srgbClr val="0000FF"/>
                </a:solidFill>
              </a:rPr>
              <a:t>value=</a:t>
            </a:r>
            <a:r>
              <a:rPr lang="en-US" sz="1000" b="1" dirty="0">
                <a:solidFill>
                  <a:srgbClr val="008000"/>
                </a:solidFill>
              </a:rPr>
              <a:t>"SBI" </a:t>
            </a:r>
            <a:r>
              <a:rPr lang="en-US" sz="1000" dirty="0" smtClean="0"/>
              <a:t>/&gt;</a:t>
            </a:r>
            <a:r>
              <a:rPr lang="en-US" sz="1000" dirty="0"/>
              <a:t/>
            </a:r>
            <a:br>
              <a:rPr lang="en-US" sz="1000" dirty="0"/>
            </a:br>
            <a:r>
              <a:rPr lang="en-US" sz="1000" dirty="0"/>
              <a:t>    </a:t>
            </a:r>
            <a:r>
              <a:rPr lang="en-US" sz="1000" dirty="0" smtClean="0"/>
              <a:t>   &lt;/</a:t>
            </a:r>
            <a:r>
              <a:rPr lang="en-US" sz="1000" b="1" dirty="0">
                <a:solidFill>
                  <a:srgbClr val="000080"/>
                </a:solidFill>
              </a:rPr>
              <a:t>segment</a:t>
            </a:r>
            <a:r>
              <a:rPr lang="en-US" sz="1000" dirty="0"/>
              <a:t>&gt;</a:t>
            </a:r>
            <a:br>
              <a:rPr lang="en-US" sz="1000" dirty="0"/>
            </a:br>
            <a:r>
              <a:rPr lang="en-US" sz="1000" dirty="0"/>
              <a:t>    &lt;</a:t>
            </a:r>
            <a:r>
              <a:rPr lang="en-US" sz="1000" b="1" dirty="0">
                <a:solidFill>
                  <a:srgbClr val="000080"/>
                </a:solidFill>
              </a:rPr>
              <a:t>listing   </a:t>
            </a:r>
            <a:r>
              <a:rPr lang="en-US" sz="1000" b="1" dirty="0" err="1">
                <a:solidFill>
                  <a:srgbClr val="0000FF"/>
                </a:solidFill>
              </a:rPr>
              <a:t>lotSize</a:t>
            </a:r>
            <a:r>
              <a:rPr lang="en-US" sz="1000" b="1" dirty="0">
                <a:solidFill>
                  <a:srgbClr val="0000FF"/>
                </a:solidFill>
              </a:rPr>
              <a:t>=</a:t>
            </a:r>
            <a:r>
              <a:rPr lang="en-US" sz="1000" b="1" dirty="0">
                <a:solidFill>
                  <a:srgbClr val="008000"/>
                </a:solidFill>
              </a:rPr>
              <a:t>"100" </a:t>
            </a:r>
            <a:r>
              <a:rPr lang="en-US" sz="1000" b="1" dirty="0" err="1">
                <a:solidFill>
                  <a:srgbClr val="0000FF"/>
                </a:solidFill>
              </a:rPr>
              <a:t>closingPrice</a:t>
            </a:r>
            <a:r>
              <a:rPr lang="en-US" sz="1000" b="1" dirty="0">
                <a:solidFill>
                  <a:srgbClr val="0000FF"/>
                </a:solidFill>
              </a:rPr>
              <a:t>=</a:t>
            </a:r>
            <a:r>
              <a:rPr lang="en-US" sz="1000" b="1" dirty="0">
                <a:solidFill>
                  <a:srgbClr val="008000"/>
                </a:solidFill>
              </a:rPr>
              <a:t>"0.0" </a:t>
            </a:r>
            <a:r>
              <a:rPr lang="en-US" sz="1000" dirty="0" err="1"/>
              <a:t>isTradeable</a:t>
            </a:r>
            <a:r>
              <a:rPr lang="en-US" sz="1000" dirty="0"/>
              <a:t>="false"…&gt;</a:t>
            </a:r>
            <a:br>
              <a:rPr lang="en-US" sz="1000" dirty="0"/>
            </a:br>
            <a:r>
              <a:rPr lang="en-US" sz="1000" dirty="0"/>
              <a:t>    …</a:t>
            </a:r>
            <a:br>
              <a:rPr lang="en-US" sz="1000" dirty="0"/>
            </a:br>
            <a:r>
              <a:rPr lang="en-US" sz="1000" dirty="0"/>
              <a:t>    </a:t>
            </a:r>
            <a:r>
              <a:rPr lang="en-US" sz="1000" dirty="0" smtClean="0"/>
              <a:t>  &lt;</a:t>
            </a:r>
            <a:r>
              <a:rPr lang="en-US" sz="1000" b="1" dirty="0">
                <a:solidFill>
                  <a:srgbClr val="000080"/>
                </a:solidFill>
              </a:rPr>
              <a:t>segment </a:t>
            </a:r>
            <a:r>
              <a:rPr lang="en-US" sz="1000" dirty="0"/>
              <a:t>&gt;</a:t>
            </a:r>
            <a:br>
              <a:rPr lang="en-US" sz="1000" dirty="0"/>
            </a:br>
            <a:r>
              <a:rPr lang="en-US" sz="1000" dirty="0"/>
              <a:t>    </a:t>
            </a:r>
            <a:r>
              <a:rPr lang="en-US" sz="1000" dirty="0" smtClean="0"/>
              <a:t>    &lt;</a:t>
            </a:r>
            <a:r>
              <a:rPr lang="en-US" sz="1000" b="1" dirty="0">
                <a:solidFill>
                  <a:srgbClr val="000080"/>
                </a:solidFill>
              </a:rPr>
              <a:t>exchange  </a:t>
            </a:r>
            <a:r>
              <a:rPr lang="en-US" sz="1000" b="1" dirty="0">
                <a:solidFill>
                  <a:srgbClr val="0000FF"/>
                </a:solidFill>
              </a:rPr>
              <a:t>value=</a:t>
            </a:r>
            <a:r>
              <a:rPr lang="en-US" sz="1000" b="1" dirty="0">
                <a:solidFill>
                  <a:srgbClr val="008000"/>
                </a:solidFill>
              </a:rPr>
              <a:t>"CHV"</a:t>
            </a:r>
            <a:r>
              <a:rPr lang="en-US" sz="1000" dirty="0"/>
              <a:t>/&gt;</a:t>
            </a:r>
            <a:br>
              <a:rPr lang="en-US" sz="1000" dirty="0"/>
            </a:br>
            <a:r>
              <a:rPr lang="en-US" sz="1000" dirty="0"/>
              <a:t>&lt;/</a:t>
            </a:r>
            <a:r>
              <a:rPr lang="en-US" sz="1000" b="1" dirty="0">
                <a:solidFill>
                  <a:srgbClr val="000080"/>
                </a:solidFill>
              </a:rPr>
              <a:t>segment</a:t>
            </a:r>
            <a:r>
              <a:rPr lang="en-US" sz="1000" dirty="0"/>
              <a:t>&gt;</a:t>
            </a:r>
            <a:br>
              <a:rPr lang="en-US" sz="1000" dirty="0"/>
            </a:br>
            <a:endParaRPr lang="en-US" sz="1000" dirty="0"/>
          </a:p>
        </p:txBody>
      </p:sp>
      <p:sp>
        <p:nvSpPr>
          <p:cNvPr id="11" name="TextBox 10"/>
          <p:cNvSpPr txBox="1"/>
          <p:nvPr/>
        </p:nvSpPr>
        <p:spPr>
          <a:xfrm>
            <a:off x="5105400" y="1904999"/>
            <a:ext cx="2743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 smtClean="0"/>
              <a:t>XPath configuration:</a:t>
            </a:r>
            <a:endParaRPr lang="en-US" sz="1400" b="1" dirty="0"/>
          </a:p>
        </p:txBody>
      </p:sp>
      <p:cxnSp>
        <p:nvCxnSpPr>
          <p:cNvPr id="13" name="Straight Connector 12"/>
          <p:cNvCxnSpPr/>
          <p:nvPr/>
        </p:nvCxnSpPr>
        <p:spPr bwMode="auto">
          <a:xfrm>
            <a:off x="4800600" y="2181999"/>
            <a:ext cx="0" cy="3685401"/>
          </a:xfrm>
          <a:prstGeom prst="line">
            <a:avLst/>
          </a:prstGeom>
          <a:solidFill>
            <a:schemeClr val="accent2"/>
          </a:solidFill>
          <a:ln w="12700" cap="flat" cmpd="sng" algn="ctr">
            <a:solidFill>
              <a:schemeClr val="bg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1099586"/>
              </p:ext>
            </p:extLst>
          </p:nvPr>
        </p:nvGraphicFramePr>
        <p:xfrm>
          <a:off x="5257800" y="2438400"/>
          <a:ext cx="44958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8740"/>
                <a:gridCol w="314706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bg1"/>
                          </a:solidFill>
                        </a:rPr>
                        <a:t>Field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bg1"/>
                          </a:solidFill>
                        </a:rPr>
                        <a:t>XPath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 err="1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productType</a:t>
                      </a:r>
                      <a:endParaRPr lang="en-US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//instrument/@</a:t>
                      </a:r>
                      <a:r>
                        <a:rPr lang="en-US" sz="1200" b="1" dirty="0" err="1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productType</a:t>
                      </a:r>
                      <a:endParaRPr lang="en-US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 err="1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lotSize</a:t>
                      </a:r>
                      <a:endParaRPr lang="en-US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//listings/listing/@</a:t>
                      </a:r>
                      <a:r>
                        <a:rPr lang="en-US" sz="1200" b="1" dirty="0" err="1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lotSize</a:t>
                      </a:r>
                      <a:endParaRPr lang="en-US" sz="1200" b="1" dirty="0" smtClean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 err="1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closingPrice</a:t>
                      </a:r>
                      <a:endParaRPr lang="en-US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//listings/listing/@</a:t>
                      </a:r>
                      <a:r>
                        <a:rPr lang="en-US" sz="1200" b="1" dirty="0" err="1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closingPrice</a:t>
                      </a:r>
                      <a:endParaRPr lang="en-US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market</a:t>
                      </a:r>
                      <a:endParaRPr lang="en-US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//segment/exchange/@value</a:t>
                      </a:r>
                      <a:endParaRPr lang="en-US" sz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 sz="105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More fields …</a:t>
                      </a:r>
                      <a:r>
                        <a:rPr lang="en-US" sz="1200" dirty="0" smtClean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endParaRPr lang="en-US" sz="12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2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407394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/>
            <a:fld id="{B1F92669-E9AC-495A-9485-4D654D029480}" type="slidenum">
              <a:rPr lang="en-GB" smtClean="0"/>
              <a:pPr algn="r"/>
              <a:t>10</a:t>
            </a:fld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dirty="0" smtClean="0"/>
              <a:t>JSDS</a:t>
            </a:r>
            <a:r>
              <a:rPr lang="en-US" dirty="0" smtClean="0"/>
              <a:t> </a:t>
            </a:r>
            <a:r>
              <a:rPr lang="en-US" dirty="0" smtClean="0"/>
              <a:t>Parser</a:t>
            </a:r>
            <a:endParaRPr lang="en-US" dirty="0"/>
          </a:p>
          <a:p>
            <a:r>
              <a:rPr lang="en-US" b="0" dirty="0"/>
              <a:t> </a:t>
            </a:r>
            <a:r>
              <a:rPr lang="en-US" b="0" dirty="0" smtClean="0"/>
              <a:t>       XPath(XML Path Language) is a query language for XML data.</a:t>
            </a:r>
            <a:endParaRPr lang="en-US" b="0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Extension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4823460" y="3619491"/>
            <a:ext cx="762000" cy="293378"/>
            <a:chOff x="4817051" y="3251446"/>
            <a:chExt cx="762000" cy="293378"/>
          </a:xfrm>
        </p:grpSpPr>
        <p:sp>
          <p:nvSpPr>
            <p:cNvPr id="11" name="TextBox 10"/>
            <p:cNvSpPr txBox="1"/>
            <p:nvPr/>
          </p:nvSpPr>
          <p:spPr>
            <a:xfrm>
              <a:off x="4817051" y="3251446"/>
              <a:ext cx="762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 smtClean="0"/>
                <a:t>XPath</a:t>
              </a:r>
              <a:endParaRPr lang="en-US" sz="1400" b="1" dirty="0"/>
            </a:p>
          </p:txBody>
        </p:sp>
        <p:cxnSp>
          <p:nvCxnSpPr>
            <p:cNvPr id="10" name="Straight Arrow Connector 9"/>
            <p:cNvCxnSpPr/>
            <p:nvPr/>
          </p:nvCxnSpPr>
          <p:spPr bwMode="auto">
            <a:xfrm>
              <a:off x="4823460" y="3544824"/>
              <a:ext cx="593149" cy="0"/>
            </a:xfrm>
            <a:prstGeom prst="straightConnector1">
              <a:avLst/>
            </a:prstGeom>
            <a:solidFill>
              <a:schemeClr val="accent2"/>
            </a:solidFill>
            <a:ln w="19050" cap="flat" cmpd="sng" algn="ctr">
              <a:solidFill>
                <a:schemeClr val="accent4">
                  <a:lumMod val="25000"/>
                  <a:lumOff val="75000"/>
                </a:schemeClr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14" name="Rounded Rectangle 13"/>
          <p:cNvSpPr/>
          <p:nvPr/>
        </p:nvSpPr>
        <p:spPr bwMode="auto">
          <a:xfrm>
            <a:off x="6019800" y="1828800"/>
            <a:ext cx="2209800" cy="133922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1" compatLnSpc="1">
            <a:prstTxWarp prst="textNoShape">
              <a:avLst/>
            </a:prstTxWarp>
          </a:bodyPr>
          <a:lstStyle/>
          <a:p>
            <a:pPr marL="171450" marR="0" indent="-1714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200" dirty="0" err="1" smtClean="0">
                <a:latin typeface="Arial" charset="0"/>
              </a:rPr>
              <a:t>p</a:t>
            </a:r>
            <a:r>
              <a:rPr kumimoji="0" lang="en-US" sz="12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roductType</a:t>
            </a:r>
            <a:r>
              <a:rPr kumimoji="0" lang="en-US" sz="1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: EQUITY</a:t>
            </a:r>
          </a:p>
          <a:p>
            <a:pPr marL="171450" marR="0" indent="-1714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200" dirty="0" err="1" smtClean="0">
                <a:latin typeface="Arial" charset="0"/>
              </a:rPr>
              <a:t>lotSize</a:t>
            </a:r>
            <a:r>
              <a:rPr lang="en-US" sz="1200" dirty="0" smtClean="0">
                <a:latin typeface="Arial" charset="0"/>
              </a:rPr>
              <a:t>: 100</a:t>
            </a:r>
          </a:p>
          <a:p>
            <a:pPr marL="171450" marR="0" indent="-1714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200" dirty="0" err="1" smtClean="0">
                <a:latin typeface="Arial" charset="0"/>
              </a:rPr>
              <a:t>closingPrice</a:t>
            </a:r>
            <a:r>
              <a:rPr lang="en-US" sz="1200" dirty="0" smtClean="0">
                <a:latin typeface="Arial" charset="0"/>
              </a:rPr>
              <a:t>: 4765.0</a:t>
            </a:r>
          </a:p>
          <a:p>
            <a:pPr marL="171450" marR="0" indent="-1714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200" dirty="0">
                <a:latin typeface="Arial" charset="0"/>
              </a:rPr>
              <a:t>m</a:t>
            </a:r>
            <a:r>
              <a:rPr kumimoji="0" lang="en-US" sz="1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arket: TYO</a:t>
            </a:r>
          </a:p>
          <a:p>
            <a:pPr marL="171450" marR="0" indent="-1714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200" dirty="0" smtClean="0">
                <a:latin typeface="Arial" charset="0"/>
              </a:rPr>
              <a:t>…</a:t>
            </a:r>
            <a:endParaRPr kumimoji="0" lang="en-US" sz="1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Rounded Rectangle 14"/>
          <p:cNvSpPr/>
          <p:nvPr/>
        </p:nvSpPr>
        <p:spPr bwMode="auto">
          <a:xfrm>
            <a:off x="6019800" y="3232774"/>
            <a:ext cx="2209800" cy="133922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1" compatLnSpc="1">
            <a:prstTxWarp prst="textNoShape">
              <a:avLst/>
            </a:prstTxWarp>
          </a:bodyPr>
          <a:lstStyle/>
          <a:p>
            <a:pPr marL="171450" marR="0" indent="-1714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200" dirty="0" err="1" smtClean="0">
                <a:latin typeface="Arial" charset="0"/>
              </a:rPr>
              <a:t>p</a:t>
            </a:r>
            <a:r>
              <a:rPr kumimoji="0" lang="en-US" sz="12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roductType</a:t>
            </a:r>
            <a:r>
              <a:rPr kumimoji="0" lang="en-US" sz="1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: EQUITY</a:t>
            </a:r>
          </a:p>
          <a:p>
            <a:pPr marL="171450" marR="0" indent="-1714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200" dirty="0" err="1" smtClean="0">
                <a:latin typeface="Arial" charset="0"/>
              </a:rPr>
              <a:t>lotSize</a:t>
            </a:r>
            <a:r>
              <a:rPr lang="en-US" sz="1200" dirty="0" smtClean="0">
                <a:latin typeface="Arial" charset="0"/>
              </a:rPr>
              <a:t>: 100</a:t>
            </a:r>
          </a:p>
          <a:p>
            <a:pPr marL="171450" marR="0" indent="-1714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200" dirty="0" err="1" smtClean="0">
                <a:latin typeface="Arial" charset="0"/>
              </a:rPr>
              <a:t>closingPrice</a:t>
            </a:r>
            <a:r>
              <a:rPr lang="en-US" sz="1200" dirty="0" smtClean="0">
                <a:latin typeface="Arial" charset="0"/>
              </a:rPr>
              <a:t>: 1680.0</a:t>
            </a:r>
          </a:p>
          <a:p>
            <a:pPr marL="171450" marR="0" indent="-1714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200" dirty="0">
                <a:latin typeface="Arial" charset="0"/>
              </a:rPr>
              <a:t>m</a:t>
            </a:r>
            <a:r>
              <a:rPr kumimoji="0" lang="en-US" sz="1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arket: SBI</a:t>
            </a:r>
          </a:p>
          <a:p>
            <a:pPr marL="171450" marR="0" indent="-1714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200" b="1" dirty="0" smtClean="0">
                <a:latin typeface="Arial" charset="0"/>
              </a:rPr>
              <a:t>…</a:t>
            </a:r>
            <a:endParaRPr kumimoji="0" lang="en-US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Rounded Rectangle 15"/>
          <p:cNvSpPr/>
          <p:nvPr/>
        </p:nvSpPr>
        <p:spPr bwMode="auto">
          <a:xfrm>
            <a:off x="6019800" y="4648200"/>
            <a:ext cx="2209800" cy="133922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1" compatLnSpc="1">
            <a:prstTxWarp prst="textNoShape">
              <a:avLst/>
            </a:prstTxWarp>
          </a:bodyPr>
          <a:lstStyle/>
          <a:p>
            <a:pPr marL="171450" marR="0" indent="-1714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200" dirty="0" err="1" smtClean="0">
                <a:latin typeface="Arial" charset="0"/>
              </a:rPr>
              <a:t>p</a:t>
            </a:r>
            <a:r>
              <a:rPr kumimoji="0" lang="en-US" sz="12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roductType</a:t>
            </a:r>
            <a:r>
              <a:rPr kumimoji="0" lang="en-US" sz="1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: EQUITY</a:t>
            </a:r>
          </a:p>
          <a:p>
            <a:pPr marL="171450" marR="0" indent="-1714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200" dirty="0" err="1" smtClean="0">
                <a:latin typeface="Arial" charset="0"/>
              </a:rPr>
              <a:t>lotSize</a:t>
            </a:r>
            <a:r>
              <a:rPr lang="en-US" sz="1200" dirty="0" smtClean="0">
                <a:latin typeface="Arial" charset="0"/>
              </a:rPr>
              <a:t>: 100</a:t>
            </a:r>
          </a:p>
          <a:p>
            <a:pPr marL="171450" marR="0" indent="-1714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200" dirty="0" err="1" smtClean="0">
                <a:latin typeface="Arial" charset="0"/>
              </a:rPr>
              <a:t>closingPrice</a:t>
            </a:r>
            <a:r>
              <a:rPr lang="en-US" sz="1200" dirty="0" smtClean="0">
                <a:latin typeface="Arial" charset="0"/>
              </a:rPr>
              <a:t>: 0.0</a:t>
            </a:r>
          </a:p>
          <a:p>
            <a:pPr marL="171450" marR="0" indent="-1714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200" dirty="0">
                <a:latin typeface="Arial" charset="0"/>
              </a:rPr>
              <a:t>m</a:t>
            </a:r>
            <a:r>
              <a:rPr kumimoji="0" lang="en-US" sz="1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arket: CHV</a:t>
            </a:r>
          </a:p>
          <a:p>
            <a:pPr marL="171450" marR="0" indent="-1714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1200" dirty="0" smtClean="0">
                <a:latin typeface="Arial" charset="0"/>
              </a:rPr>
              <a:t>…</a:t>
            </a:r>
            <a:endParaRPr kumimoji="0" lang="en-US" sz="1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27660" y="1912619"/>
            <a:ext cx="4495800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 smtClean="0"/>
              <a:t>XML from JSDS client:</a:t>
            </a:r>
            <a:endParaRPr lang="en-US" sz="1400" b="1" dirty="0" smtClean="0"/>
          </a:p>
          <a:p>
            <a:endParaRPr lang="en-US" sz="1000" dirty="0" smtClean="0"/>
          </a:p>
          <a:p>
            <a:r>
              <a:rPr lang="en-US" sz="1000" dirty="0"/>
              <a:t> &lt;</a:t>
            </a:r>
            <a:r>
              <a:rPr lang="en-US" sz="1000" b="1" dirty="0">
                <a:solidFill>
                  <a:srgbClr val="000080"/>
                </a:solidFill>
              </a:rPr>
              <a:t>data</a:t>
            </a:r>
            <a:r>
              <a:rPr lang="en-US" sz="1000" dirty="0"/>
              <a:t>&gt;</a:t>
            </a:r>
            <a:br>
              <a:rPr lang="en-US" sz="1000" dirty="0"/>
            </a:br>
            <a:r>
              <a:rPr lang="en-US" sz="1000" dirty="0"/>
              <a:t>     </a:t>
            </a:r>
            <a:r>
              <a:rPr lang="en-US" sz="1000" dirty="0" smtClean="0"/>
              <a:t>&lt;</a:t>
            </a:r>
            <a:r>
              <a:rPr lang="en-US" sz="1000" b="1" dirty="0">
                <a:solidFill>
                  <a:srgbClr val="000080"/>
                </a:solidFill>
              </a:rPr>
              <a:t>instrument</a:t>
            </a:r>
            <a:r>
              <a:rPr lang="en-US" sz="1000" dirty="0"/>
              <a:t> </a:t>
            </a:r>
            <a:r>
              <a:rPr lang="en-US" sz="1000" dirty="0" err="1"/>
              <a:t>issueCurrency</a:t>
            </a:r>
            <a:r>
              <a:rPr lang="en-US" sz="1000" dirty="0"/>
              <a:t>="JPY"</a:t>
            </a:r>
            <a:r>
              <a:rPr lang="en-US" sz="1000" b="1" dirty="0">
                <a:solidFill>
                  <a:srgbClr val="008000"/>
                </a:solidFill>
              </a:rPr>
              <a:t> </a:t>
            </a:r>
            <a:r>
              <a:rPr lang="en-US" sz="1000" b="1" dirty="0" err="1">
                <a:solidFill>
                  <a:srgbClr val="0000FF"/>
                </a:solidFill>
              </a:rPr>
              <a:t>productType</a:t>
            </a:r>
            <a:r>
              <a:rPr lang="en-US" sz="1000" b="1" dirty="0">
                <a:solidFill>
                  <a:srgbClr val="0000FF"/>
                </a:solidFill>
              </a:rPr>
              <a:t>=</a:t>
            </a:r>
            <a:r>
              <a:rPr lang="en-US" sz="1000" b="1" dirty="0">
                <a:solidFill>
                  <a:srgbClr val="008000"/>
                </a:solidFill>
              </a:rPr>
              <a:t>"EQ" </a:t>
            </a:r>
            <a:r>
              <a:rPr lang="en-US" sz="1000" dirty="0"/>
              <a:t>… &gt;</a:t>
            </a:r>
            <a:br>
              <a:rPr lang="en-US" sz="1000" dirty="0"/>
            </a:br>
            <a:r>
              <a:rPr lang="en-US" sz="1000" dirty="0"/>
              <a:t>     </a:t>
            </a:r>
            <a:r>
              <a:rPr lang="en-US" sz="1000" dirty="0" smtClean="0"/>
              <a:t>&lt;</a:t>
            </a:r>
            <a:r>
              <a:rPr lang="en-US" sz="1000" b="1" dirty="0">
                <a:solidFill>
                  <a:srgbClr val="000080"/>
                </a:solidFill>
              </a:rPr>
              <a:t>listings</a:t>
            </a:r>
            <a:r>
              <a:rPr lang="en-US" sz="1000" dirty="0"/>
              <a:t>&gt;</a:t>
            </a:r>
            <a:br>
              <a:rPr lang="en-US" sz="1000" dirty="0"/>
            </a:br>
            <a:r>
              <a:rPr lang="en-US" sz="1000" dirty="0"/>
              <a:t>     </a:t>
            </a:r>
            <a:r>
              <a:rPr lang="en-US" sz="1000" dirty="0" smtClean="0"/>
              <a:t>   </a:t>
            </a:r>
            <a:r>
              <a:rPr lang="en-US" sz="1000" dirty="0"/>
              <a:t>&lt;</a:t>
            </a:r>
            <a:r>
              <a:rPr lang="en-US" sz="1000" b="1" dirty="0">
                <a:solidFill>
                  <a:srgbClr val="000080"/>
                </a:solidFill>
              </a:rPr>
              <a:t>listing  </a:t>
            </a:r>
            <a:r>
              <a:rPr lang="en-US" sz="1000" b="1" dirty="0" err="1">
                <a:solidFill>
                  <a:srgbClr val="0000FF"/>
                </a:solidFill>
              </a:rPr>
              <a:t>lotSize</a:t>
            </a:r>
            <a:r>
              <a:rPr lang="en-US" sz="1000" b="1" dirty="0">
                <a:solidFill>
                  <a:srgbClr val="0000FF"/>
                </a:solidFill>
              </a:rPr>
              <a:t>=</a:t>
            </a:r>
            <a:r>
              <a:rPr lang="en-US" sz="1000" b="1" dirty="0">
                <a:solidFill>
                  <a:srgbClr val="008000"/>
                </a:solidFill>
              </a:rPr>
              <a:t>"100" </a:t>
            </a:r>
            <a:r>
              <a:rPr lang="en-US" sz="1000" b="1" dirty="0" err="1">
                <a:solidFill>
                  <a:srgbClr val="0000FF"/>
                </a:solidFill>
              </a:rPr>
              <a:t>closingPrice</a:t>
            </a:r>
            <a:r>
              <a:rPr lang="en-US" sz="1000" b="1" dirty="0">
                <a:solidFill>
                  <a:srgbClr val="0000FF"/>
                </a:solidFill>
              </a:rPr>
              <a:t>=</a:t>
            </a:r>
            <a:r>
              <a:rPr lang="en-US" sz="1000" b="1" dirty="0">
                <a:solidFill>
                  <a:srgbClr val="008000"/>
                </a:solidFill>
              </a:rPr>
              <a:t>"4765.0" </a:t>
            </a:r>
            <a:r>
              <a:rPr lang="en-US" sz="1000" dirty="0" err="1"/>
              <a:t>isTradeable</a:t>
            </a:r>
            <a:r>
              <a:rPr lang="en-US" sz="1000" dirty="0"/>
              <a:t>="false"…&gt;</a:t>
            </a:r>
            <a:br>
              <a:rPr lang="en-US" sz="1000" dirty="0"/>
            </a:br>
            <a:r>
              <a:rPr lang="en-US" sz="1000" dirty="0"/>
              <a:t>            …</a:t>
            </a:r>
            <a:br>
              <a:rPr lang="en-US" sz="1000" dirty="0"/>
            </a:br>
            <a:r>
              <a:rPr lang="en-US" sz="1000" dirty="0"/>
              <a:t>     </a:t>
            </a:r>
            <a:r>
              <a:rPr lang="en-US" sz="1000" dirty="0" smtClean="0"/>
              <a:t>   </a:t>
            </a:r>
            <a:r>
              <a:rPr lang="en-US" sz="1000" dirty="0"/>
              <a:t>&lt;</a:t>
            </a:r>
            <a:r>
              <a:rPr lang="en-US" sz="1000" b="1" dirty="0">
                <a:solidFill>
                  <a:srgbClr val="000080"/>
                </a:solidFill>
              </a:rPr>
              <a:t>segment </a:t>
            </a:r>
            <a:r>
              <a:rPr lang="en-US" sz="1000" dirty="0"/>
              <a:t>&gt;</a:t>
            </a:r>
            <a:br>
              <a:rPr lang="en-US" sz="1000" dirty="0"/>
            </a:br>
            <a:r>
              <a:rPr lang="en-US" sz="1000" dirty="0"/>
              <a:t>            &lt;</a:t>
            </a:r>
            <a:r>
              <a:rPr lang="en-US" sz="1000" b="1" dirty="0">
                <a:solidFill>
                  <a:srgbClr val="000080"/>
                </a:solidFill>
              </a:rPr>
              <a:t>exchange  </a:t>
            </a:r>
            <a:r>
              <a:rPr lang="en-US" sz="1000" b="1" dirty="0">
                <a:solidFill>
                  <a:srgbClr val="0000FF"/>
                </a:solidFill>
              </a:rPr>
              <a:t>value=</a:t>
            </a:r>
            <a:r>
              <a:rPr lang="en-US" sz="1000" b="1" dirty="0">
                <a:solidFill>
                  <a:srgbClr val="008000"/>
                </a:solidFill>
              </a:rPr>
              <a:t>"TYO"</a:t>
            </a:r>
            <a:r>
              <a:rPr lang="en-US" sz="1000" dirty="0"/>
              <a:t>/&gt;</a:t>
            </a:r>
            <a:br>
              <a:rPr lang="en-US" sz="1000" dirty="0"/>
            </a:br>
            <a:r>
              <a:rPr lang="en-US" sz="1000" dirty="0"/>
              <a:t>        &lt;/</a:t>
            </a:r>
            <a:r>
              <a:rPr lang="en-US" sz="1000" b="1" dirty="0">
                <a:solidFill>
                  <a:srgbClr val="000080"/>
                </a:solidFill>
              </a:rPr>
              <a:t>segment</a:t>
            </a:r>
            <a:r>
              <a:rPr lang="en-US" sz="1000" dirty="0"/>
              <a:t>&gt;</a:t>
            </a:r>
            <a:br>
              <a:rPr lang="en-US" sz="1000" dirty="0"/>
            </a:br>
            <a:r>
              <a:rPr lang="en-US" sz="1000" dirty="0"/>
              <a:t>     </a:t>
            </a:r>
            <a:r>
              <a:rPr lang="en-US" sz="1000" dirty="0" smtClean="0"/>
              <a:t>&lt;</a:t>
            </a:r>
            <a:r>
              <a:rPr lang="en-US" sz="1000" b="1" dirty="0">
                <a:solidFill>
                  <a:srgbClr val="000080"/>
                </a:solidFill>
              </a:rPr>
              <a:t>listing   </a:t>
            </a:r>
            <a:r>
              <a:rPr lang="en-US" sz="1000" b="1" dirty="0" err="1">
                <a:solidFill>
                  <a:srgbClr val="0000FF"/>
                </a:solidFill>
              </a:rPr>
              <a:t>lotSize</a:t>
            </a:r>
            <a:r>
              <a:rPr lang="en-US" sz="1000" b="1" dirty="0">
                <a:solidFill>
                  <a:srgbClr val="0000FF"/>
                </a:solidFill>
              </a:rPr>
              <a:t>=</a:t>
            </a:r>
            <a:r>
              <a:rPr lang="en-US" sz="1000" b="1" dirty="0">
                <a:solidFill>
                  <a:srgbClr val="008000"/>
                </a:solidFill>
              </a:rPr>
              <a:t>"100" </a:t>
            </a:r>
            <a:r>
              <a:rPr lang="en-US" sz="1000" b="1" dirty="0" err="1">
                <a:solidFill>
                  <a:srgbClr val="0000FF"/>
                </a:solidFill>
              </a:rPr>
              <a:t>closingPrice</a:t>
            </a:r>
            <a:r>
              <a:rPr lang="en-US" sz="1000" b="1" dirty="0">
                <a:solidFill>
                  <a:srgbClr val="0000FF"/>
                </a:solidFill>
              </a:rPr>
              <a:t>=</a:t>
            </a:r>
            <a:r>
              <a:rPr lang="en-US" sz="1000" b="1" dirty="0">
                <a:solidFill>
                  <a:srgbClr val="008000"/>
                </a:solidFill>
              </a:rPr>
              <a:t>"1680.0" </a:t>
            </a:r>
            <a:r>
              <a:rPr lang="en-US" sz="1000" dirty="0" err="1"/>
              <a:t>isTradeable</a:t>
            </a:r>
            <a:r>
              <a:rPr lang="en-US" sz="1000" dirty="0"/>
              <a:t>="false"…&gt;</a:t>
            </a:r>
            <a:br>
              <a:rPr lang="en-US" sz="1000" dirty="0"/>
            </a:br>
            <a:r>
              <a:rPr lang="en-US" sz="1000" dirty="0"/>
              <a:t>        …</a:t>
            </a:r>
            <a:br>
              <a:rPr lang="en-US" sz="1000" dirty="0"/>
            </a:br>
            <a:r>
              <a:rPr lang="en-US" sz="1000" dirty="0"/>
              <a:t>     </a:t>
            </a:r>
            <a:r>
              <a:rPr lang="en-US" sz="1000" dirty="0" smtClean="0"/>
              <a:t>  </a:t>
            </a:r>
            <a:r>
              <a:rPr lang="en-US" sz="1000" dirty="0"/>
              <a:t>&lt;</a:t>
            </a:r>
            <a:r>
              <a:rPr lang="en-US" sz="1000" b="1" dirty="0">
                <a:solidFill>
                  <a:srgbClr val="000080"/>
                </a:solidFill>
              </a:rPr>
              <a:t>segment </a:t>
            </a:r>
            <a:r>
              <a:rPr lang="en-US" sz="1000" dirty="0"/>
              <a:t>…&gt;</a:t>
            </a:r>
            <a:br>
              <a:rPr lang="en-US" sz="1000" dirty="0"/>
            </a:br>
            <a:r>
              <a:rPr lang="en-US" sz="1000" dirty="0"/>
              <a:t>        &lt;</a:t>
            </a:r>
            <a:r>
              <a:rPr lang="en-US" sz="1000" b="1" dirty="0">
                <a:solidFill>
                  <a:srgbClr val="000080"/>
                </a:solidFill>
              </a:rPr>
              <a:t>exchange </a:t>
            </a:r>
            <a:r>
              <a:rPr lang="en-US" sz="1000" dirty="0"/>
              <a:t>… </a:t>
            </a:r>
            <a:r>
              <a:rPr lang="en-US" sz="1000" b="1" dirty="0">
                <a:solidFill>
                  <a:srgbClr val="0000FF"/>
                </a:solidFill>
              </a:rPr>
              <a:t>value=</a:t>
            </a:r>
            <a:r>
              <a:rPr lang="en-US" sz="1000" b="1" dirty="0">
                <a:solidFill>
                  <a:srgbClr val="008000"/>
                </a:solidFill>
              </a:rPr>
              <a:t>"SBI" </a:t>
            </a:r>
            <a:r>
              <a:rPr lang="en-US" sz="1000" dirty="0" smtClean="0"/>
              <a:t>/&gt;</a:t>
            </a:r>
            <a:r>
              <a:rPr lang="en-US" sz="1000" dirty="0"/>
              <a:t/>
            </a:r>
            <a:br>
              <a:rPr lang="en-US" sz="1000" dirty="0"/>
            </a:br>
            <a:r>
              <a:rPr lang="en-US" sz="1000" dirty="0"/>
              <a:t>    </a:t>
            </a:r>
            <a:r>
              <a:rPr lang="en-US" sz="1000" dirty="0" smtClean="0"/>
              <a:t>   &lt;/</a:t>
            </a:r>
            <a:r>
              <a:rPr lang="en-US" sz="1000" b="1" dirty="0">
                <a:solidFill>
                  <a:srgbClr val="000080"/>
                </a:solidFill>
              </a:rPr>
              <a:t>segment</a:t>
            </a:r>
            <a:r>
              <a:rPr lang="en-US" sz="1000" dirty="0"/>
              <a:t>&gt;</a:t>
            </a:r>
            <a:br>
              <a:rPr lang="en-US" sz="1000" dirty="0"/>
            </a:br>
            <a:r>
              <a:rPr lang="en-US" sz="1000" dirty="0"/>
              <a:t>    &lt;</a:t>
            </a:r>
            <a:r>
              <a:rPr lang="en-US" sz="1000" b="1" dirty="0">
                <a:solidFill>
                  <a:srgbClr val="000080"/>
                </a:solidFill>
              </a:rPr>
              <a:t>listing   </a:t>
            </a:r>
            <a:r>
              <a:rPr lang="en-US" sz="1000" b="1" dirty="0" err="1">
                <a:solidFill>
                  <a:srgbClr val="0000FF"/>
                </a:solidFill>
              </a:rPr>
              <a:t>lotSize</a:t>
            </a:r>
            <a:r>
              <a:rPr lang="en-US" sz="1000" b="1" dirty="0">
                <a:solidFill>
                  <a:srgbClr val="0000FF"/>
                </a:solidFill>
              </a:rPr>
              <a:t>=</a:t>
            </a:r>
            <a:r>
              <a:rPr lang="en-US" sz="1000" b="1" dirty="0">
                <a:solidFill>
                  <a:srgbClr val="008000"/>
                </a:solidFill>
              </a:rPr>
              <a:t>"100" </a:t>
            </a:r>
            <a:r>
              <a:rPr lang="en-US" sz="1000" b="1" dirty="0" err="1">
                <a:solidFill>
                  <a:srgbClr val="0000FF"/>
                </a:solidFill>
              </a:rPr>
              <a:t>closingPrice</a:t>
            </a:r>
            <a:r>
              <a:rPr lang="en-US" sz="1000" b="1" dirty="0">
                <a:solidFill>
                  <a:srgbClr val="0000FF"/>
                </a:solidFill>
              </a:rPr>
              <a:t>=</a:t>
            </a:r>
            <a:r>
              <a:rPr lang="en-US" sz="1000" b="1" dirty="0">
                <a:solidFill>
                  <a:srgbClr val="008000"/>
                </a:solidFill>
              </a:rPr>
              <a:t>"0.0" </a:t>
            </a:r>
            <a:r>
              <a:rPr lang="en-US" sz="1000" dirty="0" err="1"/>
              <a:t>isTradeable</a:t>
            </a:r>
            <a:r>
              <a:rPr lang="en-US" sz="1000" dirty="0"/>
              <a:t>="false"…&gt;</a:t>
            </a:r>
            <a:br>
              <a:rPr lang="en-US" sz="1000" dirty="0"/>
            </a:br>
            <a:r>
              <a:rPr lang="en-US" sz="1000" dirty="0"/>
              <a:t>    …</a:t>
            </a:r>
            <a:br>
              <a:rPr lang="en-US" sz="1000" dirty="0"/>
            </a:br>
            <a:r>
              <a:rPr lang="en-US" sz="1000" dirty="0"/>
              <a:t>    </a:t>
            </a:r>
            <a:r>
              <a:rPr lang="en-US" sz="1000" dirty="0" smtClean="0"/>
              <a:t>  &lt;</a:t>
            </a:r>
            <a:r>
              <a:rPr lang="en-US" sz="1000" b="1" dirty="0">
                <a:solidFill>
                  <a:srgbClr val="000080"/>
                </a:solidFill>
              </a:rPr>
              <a:t>segment </a:t>
            </a:r>
            <a:r>
              <a:rPr lang="en-US" sz="1000" dirty="0"/>
              <a:t>&gt;</a:t>
            </a:r>
            <a:br>
              <a:rPr lang="en-US" sz="1000" dirty="0"/>
            </a:br>
            <a:r>
              <a:rPr lang="en-US" sz="1000" dirty="0"/>
              <a:t>    </a:t>
            </a:r>
            <a:r>
              <a:rPr lang="en-US" sz="1000" dirty="0" smtClean="0"/>
              <a:t>    &lt;</a:t>
            </a:r>
            <a:r>
              <a:rPr lang="en-US" sz="1000" b="1" dirty="0">
                <a:solidFill>
                  <a:srgbClr val="000080"/>
                </a:solidFill>
              </a:rPr>
              <a:t>exchange  </a:t>
            </a:r>
            <a:r>
              <a:rPr lang="en-US" sz="1000" b="1" dirty="0">
                <a:solidFill>
                  <a:srgbClr val="0000FF"/>
                </a:solidFill>
              </a:rPr>
              <a:t>value=</a:t>
            </a:r>
            <a:r>
              <a:rPr lang="en-US" sz="1000" b="1" dirty="0">
                <a:solidFill>
                  <a:srgbClr val="008000"/>
                </a:solidFill>
              </a:rPr>
              <a:t>"CHV"</a:t>
            </a:r>
            <a:r>
              <a:rPr lang="en-US" sz="1000" dirty="0"/>
              <a:t>/&gt;</a:t>
            </a:r>
            <a:br>
              <a:rPr lang="en-US" sz="1000" dirty="0"/>
            </a:br>
            <a:r>
              <a:rPr lang="en-US" sz="1000" dirty="0"/>
              <a:t>&lt;/</a:t>
            </a:r>
            <a:r>
              <a:rPr lang="en-US" sz="1000" b="1" dirty="0">
                <a:solidFill>
                  <a:srgbClr val="000080"/>
                </a:solidFill>
              </a:rPr>
              <a:t>segment</a:t>
            </a:r>
            <a:r>
              <a:rPr lang="en-US" sz="1000" dirty="0"/>
              <a:t>&gt;</a:t>
            </a:r>
            <a:br>
              <a:rPr lang="en-US" sz="1000" dirty="0"/>
            </a:b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74973746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/>
            <a:fld id="{B1F92669-E9AC-495A-9485-4D654D029480}" type="slidenum">
              <a:rPr lang="en-GB" smtClean="0"/>
              <a:pPr algn="r"/>
              <a:t>11</a:t>
            </a:fld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 smtClean="0"/>
              <a:t>Recon Tool Framework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grpSp>
        <p:nvGrpSpPr>
          <p:cNvPr id="35" name="Group 34"/>
          <p:cNvGrpSpPr/>
          <p:nvPr/>
        </p:nvGrpSpPr>
        <p:grpSpPr>
          <a:xfrm>
            <a:off x="39510" y="1524001"/>
            <a:ext cx="2795941" cy="1322534"/>
            <a:chOff x="1423442" y="1754387"/>
            <a:chExt cx="2795941" cy="1322534"/>
          </a:xfrm>
        </p:grpSpPr>
        <p:sp>
          <p:nvSpPr>
            <p:cNvPr id="25" name="Freeform 24"/>
            <p:cNvSpPr/>
            <p:nvPr/>
          </p:nvSpPr>
          <p:spPr>
            <a:xfrm>
              <a:off x="2870236" y="1754387"/>
              <a:ext cx="1349147" cy="1322534"/>
            </a:xfrm>
            <a:custGeom>
              <a:avLst/>
              <a:gdLst>
                <a:gd name="connsiteX0" fmla="*/ 0 w 1364489"/>
                <a:gd name="connsiteY0" fmla="*/ 661267 h 1322533"/>
                <a:gd name="connsiteX1" fmla="*/ 682245 w 1364489"/>
                <a:gd name="connsiteY1" fmla="*/ 0 h 1322533"/>
                <a:gd name="connsiteX2" fmla="*/ 1364490 w 1364489"/>
                <a:gd name="connsiteY2" fmla="*/ 661267 h 1322533"/>
                <a:gd name="connsiteX3" fmla="*/ 682245 w 1364489"/>
                <a:gd name="connsiteY3" fmla="*/ 1322534 h 1322533"/>
                <a:gd name="connsiteX4" fmla="*/ 0 w 1364489"/>
                <a:gd name="connsiteY4" fmla="*/ 661267 h 13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4489" h="1322533">
                  <a:moveTo>
                    <a:pt x="0" y="661267"/>
                  </a:moveTo>
                  <a:cubicBezTo>
                    <a:pt x="0" y="296059"/>
                    <a:pt x="305451" y="0"/>
                    <a:pt x="682245" y="0"/>
                  </a:cubicBezTo>
                  <a:cubicBezTo>
                    <a:pt x="1059039" y="0"/>
                    <a:pt x="1364490" y="296059"/>
                    <a:pt x="1364490" y="661267"/>
                  </a:cubicBezTo>
                  <a:cubicBezTo>
                    <a:pt x="1364490" y="1026475"/>
                    <a:pt x="1059039" y="1322534"/>
                    <a:pt x="682245" y="1322534"/>
                  </a:cubicBezTo>
                  <a:cubicBezTo>
                    <a:pt x="305451" y="1322534"/>
                    <a:pt x="0" y="1026475"/>
                    <a:pt x="0" y="661267"/>
                  </a:cubicBezTo>
                  <a:close/>
                </a:path>
              </a:pathLst>
            </a:custGeom>
            <a:solidFill>
              <a:srgbClr val="00B0F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12525" tIns="206380" rIns="212525" bIns="206380" numCol="1" spcCol="1270" anchor="ctr" anchorCtr="0">
              <a:noAutofit/>
            </a:bodyPr>
            <a:lstStyle/>
            <a:p>
              <a:pPr lvl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kern="1200" dirty="0" smtClean="0"/>
                <a:t>Listener</a:t>
              </a:r>
              <a:endParaRPr lang="en-US" sz="2000" kern="1200" dirty="0"/>
            </a:p>
          </p:txBody>
        </p:sp>
        <p:sp>
          <p:nvSpPr>
            <p:cNvPr id="26" name="Freeform 25"/>
            <p:cNvSpPr/>
            <p:nvPr/>
          </p:nvSpPr>
          <p:spPr>
            <a:xfrm>
              <a:off x="1423442" y="1754387"/>
              <a:ext cx="2046734" cy="1322533"/>
            </a:xfrm>
            <a:custGeom>
              <a:avLst/>
              <a:gdLst>
                <a:gd name="connsiteX0" fmla="*/ 0 w 2046734"/>
                <a:gd name="connsiteY0" fmla="*/ 0 h 1322533"/>
                <a:gd name="connsiteX1" fmla="*/ 2046734 w 2046734"/>
                <a:gd name="connsiteY1" fmla="*/ 0 h 1322533"/>
                <a:gd name="connsiteX2" fmla="*/ 2046734 w 2046734"/>
                <a:gd name="connsiteY2" fmla="*/ 1322533 h 1322533"/>
                <a:gd name="connsiteX3" fmla="*/ 0 w 2046734"/>
                <a:gd name="connsiteY3" fmla="*/ 1322533 h 1322533"/>
                <a:gd name="connsiteX4" fmla="*/ 0 w 2046734"/>
                <a:gd name="connsiteY4" fmla="*/ 0 h 13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6734" h="1322533">
                  <a:moveTo>
                    <a:pt x="0" y="0"/>
                  </a:moveTo>
                  <a:lnTo>
                    <a:pt x="2046734" y="0"/>
                  </a:lnTo>
                  <a:lnTo>
                    <a:pt x="2046734" y="1322533"/>
                  </a:lnTo>
                  <a:lnTo>
                    <a:pt x="0" y="132253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1400" kern="1200" dirty="0" smtClean="0"/>
                <a:t>Event Message</a:t>
              </a:r>
              <a:endParaRPr lang="en-US" sz="1400" kern="1200" dirty="0"/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1068180" y="3142663"/>
            <a:ext cx="2165338" cy="1318959"/>
            <a:chOff x="1631671" y="3432967"/>
            <a:chExt cx="2165338" cy="1318959"/>
          </a:xfrm>
        </p:grpSpPr>
        <p:sp>
          <p:nvSpPr>
            <p:cNvPr id="27" name="Freeform 26"/>
            <p:cNvSpPr/>
            <p:nvPr/>
          </p:nvSpPr>
          <p:spPr>
            <a:xfrm>
              <a:off x="2620891" y="3502098"/>
              <a:ext cx="1176118" cy="1159749"/>
            </a:xfrm>
            <a:custGeom>
              <a:avLst/>
              <a:gdLst>
                <a:gd name="connsiteX0" fmla="*/ 0 w 1318959"/>
                <a:gd name="connsiteY0" fmla="*/ 659480 h 1318959"/>
                <a:gd name="connsiteX1" fmla="*/ 659480 w 1318959"/>
                <a:gd name="connsiteY1" fmla="*/ 0 h 1318959"/>
                <a:gd name="connsiteX2" fmla="*/ 1318960 w 1318959"/>
                <a:gd name="connsiteY2" fmla="*/ 659480 h 1318959"/>
                <a:gd name="connsiteX3" fmla="*/ 659480 w 1318959"/>
                <a:gd name="connsiteY3" fmla="*/ 1318960 h 1318959"/>
                <a:gd name="connsiteX4" fmla="*/ 0 w 1318959"/>
                <a:gd name="connsiteY4" fmla="*/ 659480 h 1318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8959" h="1318959">
                  <a:moveTo>
                    <a:pt x="0" y="659480"/>
                  </a:moveTo>
                  <a:cubicBezTo>
                    <a:pt x="0" y="295259"/>
                    <a:pt x="295259" y="0"/>
                    <a:pt x="659480" y="0"/>
                  </a:cubicBezTo>
                  <a:cubicBezTo>
                    <a:pt x="1023701" y="0"/>
                    <a:pt x="1318960" y="295259"/>
                    <a:pt x="1318960" y="659480"/>
                  </a:cubicBezTo>
                  <a:cubicBezTo>
                    <a:pt x="1318960" y="1023701"/>
                    <a:pt x="1023701" y="1318960"/>
                    <a:pt x="659480" y="1318960"/>
                  </a:cubicBezTo>
                  <a:cubicBezTo>
                    <a:pt x="295259" y="1318960"/>
                    <a:pt x="0" y="1023701"/>
                    <a:pt x="0" y="659480"/>
                  </a:cubicBezTo>
                  <a:close/>
                </a:path>
              </a:pathLst>
            </a:custGeom>
            <a:solidFill>
              <a:srgbClr val="00B0F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05857" tIns="205857" rIns="205857" bIns="205857" numCol="1" spcCol="1270" anchor="ctr" anchorCtr="0">
              <a:noAutofit/>
            </a:bodyPr>
            <a:lstStyle/>
            <a:p>
              <a:pPr lvl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kern="1200" dirty="0" smtClean="0"/>
                <a:t>Parser</a:t>
              </a:r>
              <a:endParaRPr lang="en-US" sz="2000" kern="1200" dirty="0"/>
            </a:p>
          </p:txBody>
        </p:sp>
        <p:sp>
          <p:nvSpPr>
            <p:cNvPr id="28" name="Freeform 27"/>
            <p:cNvSpPr/>
            <p:nvPr/>
          </p:nvSpPr>
          <p:spPr>
            <a:xfrm>
              <a:off x="1631671" y="3432967"/>
              <a:ext cx="1978439" cy="1318959"/>
            </a:xfrm>
            <a:custGeom>
              <a:avLst/>
              <a:gdLst>
                <a:gd name="connsiteX0" fmla="*/ 0 w 1978439"/>
                <a:gd name="connsiteY0" fmla="*/ 0 h 1318959"/>
                <a:gd name="connsiteX1" fmla="*/ 1978439 w 1978439"/>
                <a:gd name="connsiteY1" fmla="*/ 0 h 1318959"/>
                <a:gd name="connsiteX2" fmla="*/ 1978439 w 1978439"/>
                <a:gd name="connsiteY2" fmla="*/ 1318959 h 1318959"/>
                <a:gd name="connsiteX3" fmla="*/ 0 w 1978439"/>
                <a:gd name="connsiteY3" fmla="*/ 1318959 h 1318959"/>
                <a:gd name="connsiteX4" fmla="*/ 0 w 1978439"/>
                <a:gd name="connsiteY4" fmla="*/ 0 h 1318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8439" h="1318959">
                  <a:moveTo>
                    <a:pt x="0" y="0"/>
                  </a:moveTo>
                  <a:lnTo>
                    <a:pt x="1978439" y="0"/>
                  </a:lnTo>
                  <a:lnTo>
                    <a:pt x="1978439" y="1318959"/>
                  </a:lnTo>
                  <a:lnTo>
                    <a:pt x="0" y="131895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1400" kern="1200" dirty="0" smtClean="0"/>
                <a:t>XML data</a:t>
              </a:r>
              <a:endParaRPr lang="en-US" sz="1400" kern="1200" dirty="0"/>
            </a:p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1400" kern="1200" dirty="0" smtClean="0"/>
                <a:t>Java API</a:t>
              </a:r>
              <a:endParaRPr lang="en-US" sz="1400" kern="1200" dirty="0"/>
            </a:p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1400" kern="1200" dirty="0" smtClean="0"/>
                <a:t>…</a:t>
              </a:r>
              <a:endParaRPr lang="en-US" sz="1400" kern="1200" dirty="0"/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7772400" y="3189028"/>
            <a:ext cx="3343005" cy="1205281"/>
            <a:chOff x="2515892" y="5048619"/>
            <a:chExt cx="3343005" cy="1205281"/>
          </a:xfrm>
        </p:grpSpPr>
        <p:sp>
          <p:nvSpPr>
            <p:cNvPr id="29" name="Freeform 28"/>
            <p:cNvSpPr/>
            <p:nvPr/>
          </p:nvSpPr>
          <p:spPr>
            <a:xfrm>
              <a:off x="2515892" y="5069567"/>
              <a:ext cx="1228516" cy="1184333"/>
            </a:xfrm>
            <a:custGeom>
              <a:avLst/>
              <a:gdLst>
                <a:gd name="connsiteX0" fmla="*/ 0 w 1318959"/>
                <a:gd name="connsiteY0" fmla="*/ 659480 h 1318959"/>
                <a:gd name="connsiteX1" fmla="*/ 659480 w 1318959"/>
                <a:gd name="connsiteY1" fmla="*/ 0 h 1318959"/>
                <a:gd name="connsiteX2" fmla="*/ 1318960 w 1318959"/>
                <a:gd name="connsiteY2" fmla="*/ 659480 h 1318959"/>
                <a:gd name="connsiteX3" fmla="*/ 659480 w 1318959"/>
                <a:gd name="connsiteY3" fmla="*/ 1318960 h 1318959"/>
                <a:gd name="connsiteX4" fmla="*/ 0 w 1318959"/>
                <a:gd name="connsiteY4" fmla="*/ 659480 h 1318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8959" h="1318959">
                  <a:moveTo>
                    <a:pt x="0" y="659480"/>
                  </a:moveTo>
                  <a:cubicBezTo>
                    <a:pt x="0" y="295259"/>
                    <a:pt x="295259" y="0"/>
                    <a:pt x="659480" y="0"/>
                  </a:cubicBezTo>
                  <a:cubicBezTo>
                    <a:pt x="1023701" y="0"/>
                    <a:pt x="1318960" y="295259"/>
                    <a:pt x="1318960" y="659480"/>
                  </a:cubicBezTo>
                  <a:cubicBezTo>
                    <a:pt x="1318960" y="1023701"/>
                    <a:pt x="1023701" y="1318960"/>
                    <a:pt x="659480" y="1318960"/>
                  </a:cubicBezTo>
                  <a:cubicBezTo>
                    <a:pt x="295259" y="1318960"/>
                    <a:pt x="0" y="1023701"/>
                    <a:pt x="0" y="659480"/>
                  </a:cubicBezTo>
                  <a:close/>
                </a:path>
              </a:pathLst>
            </a:custGeom>
            <a:solidFill>
              <a:srgbClr val="00B0F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05857" tIns="205857" rIns="205857" bIns="205857" numCol="1" spcCol="1270" anchor="ctr" anchorCtr="0">
              <a:noAutofit/>
            </a:bodyPr>
            <a:lstStyle/>
            <a:p>
              <a:pPr lvl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kern="1200" dirty="0" smtClean="0"/>
                <a:t>Report</a:t>
              </a:r>
              <a:endParaRPr lang="en-US" sz="2000" kern="1200" dirty="0"/>
            </a:p>
          </p:txBody>
        </p:sp>
        <p:sp>
          <p:nvSpPr>
            <p:cNvPr id="30" name="Freeform 29"/>
            <p:cNvSpPr/>
            <p:nvPr/>
          </p:nvSpPr>
          <p:spPr>
            <a:xfrm>
              <a:off x="3880458" y="5048619"/>
              <a:ext cx="1978439" cy="1192879"/>
            </a:xfrm>
            <a:custGeom>
              <a:avLst/>
              <a:gdLst>
                <a:gd name="connsiteX0" fmla="*/ 0 w 1978439"/>
                <a:gd name="connsiteY0" fmla="*/ 0 h 1318959"/>
                <a:gd name="connsiteX1" fmla="*/ 1978439 w 1978439"/>
                <a:gd name="connsiteY1" fmla="*/ 0 h 1318959"/>
                <a:gd name="connsiteX2" fmla="*/ 1978439 w 1978439"/>
                <a:gd name="connsiteY2" fmla="*/ 1318959 h 1318959"/>
                <a:gd name="connsiteX3" fmla="*/ 0 w 1978439"/>
                <a:gd name="connsiteY3" fmla="*/ 1318959 h 1318959"/>
                <a:gd name="connsiteX4" fmla="*/ 0 w 1978439"/>
                <a:gd name="connsiteY4" fmla="*/ 0 h 1318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8439" h="1318959">
                  <a:moveTo>
                    <a:pt x="0" y="0"/>
                  </a:moveTo>
                  <a:lnTo>
                    <a:pt x="1978439" y="0"/>
                  </a:lnTo>
                  <a:lnTo>
                    <a:pt x="1978439" y="1318959"/>
                  </a:lnTo>
                  <a:lnTo>
                    <a:pt x="0" y="131895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1400" kern="1200" dirty="0" smtClean="0"/>
                <a:t>Email</a:t>
              </a:r>
            </a:p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1400" dirty="0" smtClean="0"/>
                <a:t>HTML</a:t>
              </a:r>
              <a:endParaRPr lang="en-US" sz="1400" kern="1200" dirty="0"/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4756869" y="3305179"/>
            <a:ext cx="1371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solidFill>
                  <a:schemeClr val="bg1"/>
                </a:solidFill>
              </a:rPr>
              <a:t>Recon</a:t>
            </a:r>
          </a:p>
          <a:p>
            <a:pPr algn="ctr"/>
            <a:r>
              <a:rPr lang="en-US" sz="2800" dirty="0" smtClean="0">
                <a:solidFill>
                  <a:schemeClr val="bg1"/>
                </a:solidFill>
              </a:rPr>
              <a:t>Tool</a:t>
            </a:r>
            <a:endParaRPr lang="en-US" sz="2800" dirty="0">
              <a:solidFill>
                <a:schemeClr val="bg1"/>
              </a:solidFill>
            </a:endParaRPr>
          </a:p>
        </p:txBody>
      </p:sp>
      <p:grpSp>
        <p:nvGrpSpPr>
          <p:cNvPr id="41" name="Group 40"/>
          <p:cNvGrpSpPr/>
          <p:nvPr/>
        </p:nvGrpSpPr>
        <p:grpSpPr>
          <a:xfrm>
            <a:off x="3814405" y="2530878"/>
            <a:ext cx="3352800" cy="2542530"/>
            <a:chOff x="3814405" y="2310534"/>
            <a:chExt cx="3352800" cy="2542530"/>
          </a:xfrm>
        </p:grpSpPr>
        <p:sp>
          <p:nvSpPr>
            <p:cNvPr id="38" name="Rounded Rectangle 37"/>
            <p:cNvSpPr/>
            <p:nvPr/>
          </p:nvSpPr>
          <p:spPr bwMode="auto">
            <a:xfrm>
              <a:off x="3814405" y="2310534"/>
              <a:ext cx="3352800" cy="2542530"/>
            </a:xfrm>
            <a:prstGeom prst="round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  <a:headEnd type="none" w="med" len="med"/>
              <a:tailEnd type="none" w="med" len="med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square" lIns="36000" tIns="36000" rIns="36000" bIns="3600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endParaRPr>
            </a:p>
          </p:txBody>
        </p:sp>
        <p:sp>
          <p:nvSpPr>
            <p:cNvPr id="40" name="Rounded Rectangle 39"/>
            <p:cNvSpPr/>
            <p:nvPr/>
          </p:nvSpPr>
          <p:spPr bwMode="auto">
            <a:xfrm>
              <a:off x="3988036" y="3228470"/>
              <a:ext cx="1269763" cy="685800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36000" tIns="36000" rIns="36000" bIns="36000" numCol="1" rtlCol="0" anchor="ctr" anchorCtr="1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Static Data</a:t>
              </a:r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5290558" y="3258633"/>
            <a:ext cx="1785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Data Reconciliation</a:t>
            </a:r>
            <a:endParaRPr lang="en-US" b="1" dirty="0">
              <a:solidFill>
                <a:schemeClr val="bg1"/>
              </a:solidFill>
            </a:endParaRPr>
          </a:p>
        </p:txBody>
      </p:sp>
      <p:cxnSp>
        <p:nvCxnSpPr>
          <p:cNvPr id="44" name="Straight Arrow Connector 43"/>
          <p:cNvCxnSpPr>
            <a:stCxn id="25" idx="3"/>
            <a:endCxn id="27" idx="1"/>
          </p:cNvCxnSpPr>
          <p:nvPr/>
        </p:nvCxnSpPr>
        <p:spPr bwMode="auto">
          <a:xfrm>
            <a:off x="2160878" y="2846536"/>
            <a:ext cx="484581" cy="365258"/>
          </a:xfrm>
          <a:prstGeom prst="straightConnector1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6" name="Straight Arrow Connector 45"/>
          <p:cNvCxnSpPr>
            <a:stCxn id="27" idx="2"/>
            <a:endCxn id="40" idx="1"/>
          </p:cNvCxnSpPr>
          <p:nvPr/>
        </p:nvCxnSpPr>
        <p:spPr bwMode="auto">
          <a:xfrm>
            <a:off x="3233519" y="3791669"/>
            <a:ext cx="754517" cy="45"/>
          </a:xfrm>
          <a:prstGeom prst="straightConnector1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8" name="Straight Arrow Connector 47"/>
          <p:cNvCxnSpPr>
            <a:stCxn id="38" idx="3"/>
            <a:endCxn id="29" idx="0"/>
          </p:cNvCxnSpPr>
          <p:nvPr/>
        </p:nvCxnSpPr>
        <p:spPr bwMode="auto">
          <a:xfrm>
            <a:off x="7167205" y="3802143"/>
            <a:ext cx="605195" cy="0"/>
          </a:xfrm>
          <a:prstGeom prst="straightConnector1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32" name="Group 31"/>
          <p:cNvGrpSpPr/>
          <p:nvPr/>
        </p:nvGrpSpPr>
        <p:grpSpPr>
          <a:xfrm>
            <a:off x="414114" y="4876800"/>
            <a:ext cx="2292211" cy="1322535"/>
            <a:chOff x="1927172" y="1754386"/>
            <a:chExt cx="2292211" cy="1322535"/>
          </a:xfrm>
        </p:grpSpPr>
        <p:sp>
          <p:nvSpPr>
            <p:cNvPr id="36" name="Freeform 35"/>
            <p:cNvSpPr/>
            <p:nvPr/>
          </p:nvSpPr>
          <p:spPr>
            <a:xfrm>
              <a:off x="2854894" y="1754388"/>
              <a:ext cx="1364489" cy="1322533"/>
            </a:xfrm>
            <a:custGeom>
              <a:avLst/>
              <a:gdLst>
                <a:gd name="connsiteX0" fmla="*/ 0 w 1364489"/>
                <a:gd name="connsiteY0" fmla="*/ 661267 h 1322533"/>
                <a:gd name="connsiteX1" fmla="*/ 682245 w 1364489"/>
                <a:gd name="connsiteY1" fmla="*/ 0 h 1322533"/>
                <a:gd name="connsiteX2" fmla="*/ 1364490 w 1364489"/>
                <a:gd name="connsiteY2" fmla="*/ 661267 h 1322533"/>
                <a:gd name="connsiteX3" fmla="*/ 682245 w 1364489"/>
                <a:gd name="connsiteY3" fmla="*/ 1322534 h 1322533"/>
                <a:gd name="connsiteX4" fmla="*/ 0 w 1364489"/>
                <a:gd name="connsiteY4" fmla="*/ 661267 h 13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4489" h="1322533">
                  <a:moveTo>
                    <a:pt x="0" y="661267"/>
                  </a:moveTo>
                  <a:cubicBezTo>
                    <a:pt x="0" y="296059"/>
                    <a:pt x="305451" y="0"/>
                    <a:pt x="682245" y="0"/>
                  </a:cubicBezTo>
                  <a:cubicBezTo>
                    <a:pt x="1059039" y="0"/>
                    <a:pt x="1364490" y="296059"/>
                    <a:pt x="1364490" y="661267"/>
                  </a:cubicBezTo>
                  <a:cubicBezTo>
                    <a:pt x="1364490" y="1026475"/>
                    <a:pt x="1059039" y="1322534"/>
                    <a:pt x="682245" y="1322534"/>
                  </a:cubicBezTo>
                  <a:cubicBezTo>
                    <a:pt x="305451" y="1322534"/>
                    <a:pt x="0" y="1026475"/>
                    <a:pt x="0" y="661267"/>
                  </a:cubicBezTo>
                  <a:close/>
                </a:path>
              </a:pathLst>
            </a:custGeom>
            <a:solidFill>
              <a:srgbClr val="00B0F0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12525" tIns="206380" rIns="212525" bIns="206380" numCol="1" spcCol="1270" anchor="ctr" anchorCtr="0">
              <a:noAutofit/>
            </a:bodyPr>
            <a:lstStyle/>
            <a:p>
              <a:pPr lvl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kern="1200" dirty="0" smtClean="0"/>
                <a:t>Data Source</a:t>
              </a:r>
              <a:endParaRPr lang="en-US" sz="2000" kern="1200" dirty="0"/>
            </a:p>
          </p:txBody>
        </p:sp>
        <p:sp>
          <p:nvSpPr>
            <p:cNvPr id="37" name="Freeform 36"/>
            <p:cNvSpPr/>
            <p:nvPr/>
          </p:nvSpPr>
          <p:spPr>
            <a:xfrm>
              <a:off x="1927172" y="1754386"/>
              <a:ext cx="2046734" cy="1322533"/>
            </a:xfrm>
            <a:custGeom>
              <a:avLst/>
              <a:gdLst>
                <a:gd name="connsiteX0" fmla="*/ 0 w 2046734"/>
                <a:gd name="connsiteY0" fmla="*/ 0 h 1322533"/>
                <a:gd name="connsiteX1" fmla="*/ 2046734 w 2046734"/>
                <a:gd name="connsiteY1" fmla="*/ 0 h 1322533"/>
                <a:gd name="connsiteX2" fmla="*/ 2046734 w 2046734"/>
                <a:gd name="connsiteY2" fmla="*/ 1322533 h 1322533"/>
                <a:gd name="connsiteX3" fmla="*/ 0 w 2046734"/>
                <a:gd name="connsiteY3" fmla="*/ 1322533 h 1322533"/>
                <a:gd name="connsiteX4" fmla="*/ 0 w 2046734"/>
                <a:gd name="connsiteY4" fmla="*/ 0 h 13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6734" h="1322533">
                  <a:moveTo>
                    <a:pt x="0" y="0"/>
                  </a:moveTo>
                  <a:lnTo>
                    <a:pt x="2046734" y="0"/>
                  </a:lnTo>
                  <a:lnTo>
                    <a:pt x="2046734" y="1322533"/>
                  </a:lnTo>
                  <a:lnTo>
                    <a:pt x="0" y="132253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1400" kern="1200" dirty="0" smtClean="0"/>
                <a:t>JSDS</a:t>
              </a:r>
            </a:p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1400" dirty="0" smtClean="0"/>
                <a:t>RDS</a:t>
              </a:r>
            </a:p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lang="en-US" sz="1400" kern="1200" dirty="0" smtClean="0"/>
                <a:t>Takara</a:t>
              </a:r>
              <a:endParaRPr lang="en-US" sz="1400" kern="1200" dirty="0"/>
            </a:p>
          </p:txBody>
        </p:sp>
      </p:grpSp>
      <p:cxnSp>
        <p:nvCxnSpPr>
          <p:cNvPr id="43" name="Straight Arrow Connector 42"/>
          <p:cNvCxnSpPr>
            <a:stCxn id="36" idx="1"/>
            <a:endCxn id="27" idx="3"/>
          </p:cNvCxnSpPr>
          <p:nvPr/>
        </p:nvCxnSpPr>
        <p:spPr bwMode="auto">
          <a:xfrm flipV="1">
            <a:off x="2024081" y="4371544"/>
            <a:ext cx="621378" cy="505258"/>
          </a:xfrm>
          <a:prstGeom prst="straightConnector1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421263964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Thanks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 &amp; 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394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Theme">
  <a:themeElements>
    <a:clrScheme name="Main Nomura Global Color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CB2420"/>
      </a:accent1>
      <a:accent2>
        <a:srgbClr val="737374"/>
      </a:accent2>
      <a:accent3>
        <a:srgbClr val="80A9AE"/>
      </a:accent3>
      <a:accent4>
        <a:srgbClr val="00305C"/>
      </a:accent4>
      <a:accent5>
        <a:srgbClr val="80003F"/>
      </a:accent5>
      <a:accent6>
        <a:srgbClr val="CC8D19"/>
      </a:accent6>
      <a:hlink>
        <a:srgbClr val="B1B1B0"/>
      </a:hlink>
      <a:folHlink>
        <a:srgbClr val="B1B1B0"/>
      </a:folHlink>
    </a:clrScheme>
    <a:fontScheme name="Nomur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>
            <a:lumMod val="40000"/>
            <a:lumOff val="60000"/>
          </a:schemeClr>
        </a:solidFill>
        <a:ln w="12700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ctr" anchorCtr="1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200" b="1" i="0" u="none" strike="noStrike" cap="none" normalizeH="0" baseline="0" dirty="0" err="1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solidFill>
          <a:schemeClr val="accent2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1584</TotalTime>
  <Words>486</Words>
  <Application>Microsoft Office PowerPoint</Application>
  <PresentationFormat>A4 Paper (210x297 mm)</PresentationFormat>
  <Paragraphs>220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Default Theme</vt:lpstr>
      <vt:lpstr>Real Time Recon Tool</vt:lpstr>
      <vt:lpstr>PowerPoint Presentation</vt:lpstr>
      <vt:lpstr>Background</vt:lpstr>
      <vt:lpstr>Background</vt:lpstr>
      <vt:lpstr>Real Time Recon Tool</vt:lpstr>
      <vt:lpstr>Real Time Recon Tool</vt:lpstr>
      <vt:lpstr>Real Time Recon Tool</vt:lpstr>
      <vt:lpstr>Extension</vt:lpstr>
      <vt:lpstr>Extension</vt:lpstr>
      <vt:lpstr>Extension</vt:lpstr>
      <vt:lpstr>Extension</vt:lpstr>
      <vt:lpstr>Conclusion</vt:lpstr>
      <vt:lpstr>Q &amp; A</vt:lpstr>
    </vt:vector>
  </TitlesOfParts>
  <Company>Nomura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Tong, Yu (IT/CN)</dc:creator>
  <cp:lastModifiedBy>Tong, Yu (IT/CN)</cp:lastModifiedBy>
  <cp:revision>44</cp:revision>
  <dcterms:created xsi:type="dcterms:W3CDTF">2019-08-22T08:12:19Z</dcterms:created>
  <dcterms:modified xsi:type="dcterms:W3CDTF">2019-08-23T10:39:31Z</dcterms:modified>
</cp:coreProperties>
</file>